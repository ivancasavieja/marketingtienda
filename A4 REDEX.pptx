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10691800" cx="7559675"/>
  <p:notesSz cx="6888150" cy="100187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20">
          <p15:clr>
            <a:srgbClr val="A4A3A4"/>
          </p15:clr>
        </p15:guide>
        <p15:guide id="2" pos="24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20" orient="horz"/>
        <p:guide pos="240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362200" y="812800"/>
            <a:ext cx="2835275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9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9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9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9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9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9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9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9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9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/>
          <p:nvPr>
            <p:ph idx="2" type="sldImg"/>
          </p:nvPr>
        </p:nvSpPr>
        <p:spPr>
          <a:xfrm>
            <a:off x="2114550" y="750888"/>
            <a:ext cx="2641600" cy="374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8680" y="4758840"/>
            <a:ext cx="5493960" cy="449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8600" lIns="97200" spcFirstLastPara="1" rIns="97200" wrap="square" tIns="4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:notes"/>
          <p:cNvSpPr/>
          <p:nvPr/>
        </p:nvSpPr>
        <p:spPr>
          <a:xfrm>
            <a:off x="3901680" y="9515880"/>
            <a:ext cx="29682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600" lIns="97200" spcFirstLastPara="1" rIns="97200" wrap="square" tIns="486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s-ES" sz="13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3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377785" y="2501729"/>
            <a:ext cx="6803311" cy="6200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77785" y="2501729"/>
            <a:ext cx="6803311" cy="6200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77785" y="2501729"/>
            <a:ext cx="3319908" cy="6200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3863966" y="2501729"/>
            <a:ext cx="3319908" cy="6200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377785" y="426500"/>
            <a:ext cx="6803311" cy="8275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377785" y="2501729"/>
            <a:ext cx="3319908" cy="29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3863966" y="2501729"/>
            <a:ext cx="3319908" cy="6200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377785" y="5740766"/>
            <a:ext cx="3319908" cy="29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377785" y="2501729"/>
            <a:ext cx="3319908" cy="6200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3863966" y="2501729"/>
            <a:ext cx="3319908" cy="29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3" type="body"/>
          </p:nvPr>
        </p:nvSpPr>
        <p:spPr>
          <a:xfrm>
            <a:off x="3863966" y="5740766"/>
            <a:ext cx="3319908" cy="29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377785" y="2501729"/>
            <a:ext cx="3319908" cy="29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3863966" y="2501729"/>
            <a:ext cx="3319908" cy="29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377785" y="5740766"/>
            <a:ext cx="6803311" cy="29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77785" y="2501729"/>
            <a:ext cx="6803311" cy="29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377785" y="5740766"/>
            <a:ext cx="6803311" cy="29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77785" y="2501729"/>
            <a:ext cx="3319908" cy="29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3863966" y="2501729"/>
            <a:ext cx="3319908" cy="29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377785" y="5740766"/>
            <a:ext cx="3319908" cy="29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3863966" y="5740766"/>
            <a:ext cx="3319908" cy="29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77785" y="2501729"/>
            <a:ext cx="2190520" cy="29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2678228" y="2501729"/>
            <a:ext cx="2190520" cy="29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4978671" y="2501729"/>
            <a:ext cx="2190520" cy="29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377785" y="5740766"/>
            <a:ext cx="2190520" cy="29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5" type="body"/>
          </p:nvPr>
        </p:nvSpPr>
        <p:spPr>
          <a:xfrm>
            <a:off x="2678228" y="5740766"/>
            <a:ext cx="2190520" cy="29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6" type="body"/>
          </p:nvPr>
        </p:nvSpPr>
        <p:spPr>
          <a:xfrm>
            <a:off x="4978671" y="5740766"/>
            <a:ext cx="2190520" cy="295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77785" y="2501729"/>
            <a:ext cx="6803311" cy="6200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8610" lvl="0" marL="457200" marR="0" rtl="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475037" y="7865954"/>
            <a:ext cx="226440" cy="19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904294" y="7768514"/>
            <a:ext cx="5737232" cy="583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&lt;&lt;Descripción&gt;&gt;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1093269" y="9236370"/>
            <a:ext cx="5486400" cy="389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&lt;&lt;Aclaracion1&gt;&gt;</a:t>
            </a:r>
            <a:endParaRPr sz="19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1093269" y="9635026"/>
            <a:ext cx="5486400" cy="306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&lt;&lt;OtraAclaracion1&gt;&gt;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661125" y="2578175"/>
            <a:ext cx="6369300" cy="1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88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&lt;&lt;OFERTA&gt;&gt;</a:t>
            </a:r>
            <a:endParaRPr b="1" sz="80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904294" y="2386482"/>
            <a:ext cx="54864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&lt;&lt;Vigencia1&gt;&gt;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603629" y="7390512"/>
            <a:ext cx="6369306" cy="306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&lt;&lt;Mecanica1&gt;&gt;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4899407" y="7071413"/>
            <a:ext cx="2058613" cy="306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&lt;&lt;UnidadMedida1&gt;&gt;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-1744132" y="3940161"/>
            <a:ext cx="111798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6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&lt;&lt;Precio&gt;&gt;</a:t>
            </a:r>
            <a:endParaRPr sz="166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