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3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2838"/>
    <a:srgbClr val="4F8FCD"/>
    <a:srgbClr val="1460AB"/>
    <a:srgbClr val="4A2D1F"/>
    <a:srgbClr val="E94E1A"/>
    <a:srgbClr val="188C35"/>
    <a:srgbClr val="EE7809"/>
    <a:srgbClr val="1F6B66"/>
    <a:srgbClr val="29BBEF"/>
    <a:srgbClr val="E621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7020"/>
  </p:normalViewPr>
  <p:slideViewPr>
    <p:cSldViewPr snapToGrid="0" snapToObjects="1">
      <p:cViewPr varScale="1">
        <p:scale>
          <a:sx n="53" d="100"/>
          <a:sy n="53" d="100"/>
        </p:scale>
        <p:origin x="257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  <a:prstGeom prst="rect">
            <a:avLst/>
          </a:prstGeo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54115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18175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  <a:prstGeom prst="rect">
            <a:avLst/>
          </a:prstGeom>
        </p:spPr>
        <p:txBody>
          <a:bodyPr anchor="b"/>
          <a:lstStyle>
            <a:lvl1pPr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16545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57788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49750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149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23598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3012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22241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53260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  <a:prstGeom prst="rect">
            <a:avLst/>
          </a:prstGeo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0DA388E0-447C-A44C-9786-B41AC43972A9}" type="datetimeFigureOut">
              <a:rPr lang="es-UY" smtClean="0"/>
              <a:t>15/7/2026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1FB494D6-FA68-FC4E-BB15-B3B1C50AB549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65408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86E9674-876C-1172-CE2F-81844E1D15D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5563" y="8253"/>
            <a:ext cx="7548542" cy="1068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1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C68AC921-6E61-8342-A95D-A5C912C5EBBC}"/>
              </a:ext>
            </a:extLst>
          </p:cNvPr>
          <p:cNvSpPr txBox="1">
            <a:spLocks/>
          </p:cNvSpPr>
          <p:nvPr/>
        </p:nvSpPr>
        <p:spPr>
          <a:xfrm>
            <a:off x="638025" y="1756776"/>
            <a:ext cx="6144027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Y" sz="9600" b="1" dirty="0">
                <a:solidFill>
                  <a:schemeClr val="bg1"/>
                </a:solidFill>
                <a:latin typeface="Calibri" panose="020F0502020204030204" pitchFamily="34" charset="0"/>
                <a:ea typeface="Helvetica Neue Condensed" panose="02000503000000020004" pitchFamily="2" charset="0"/>
                <a:cs typeface="Calibri" panose="020F0502020204030204" pitchFamily="34" charset="0"/>
              </a:rPr>
              <a:t>$</a:t>
            </a:r>
            <a:r>
              <a:rPr lang="es-UY" sz="20000" b="1" dirty="0">
                <a:solidFill>
                  <a:schemeClr val="bg1"/>
                </a:solidFill>
                <a:latin typeface="Calibri" panose="020F0502020204030204" pitchFamily="34" charset="0"/>
                <a:ea typeface="Helvetica Neue Condensed" panose="02000503000000020004" pitchFamily="2" charset="0"/>
                <a:cs typeface="Calibri" panose="020F0502020204030204" pitchFamily="34" charset="0"/>
              </a:rPr>
              <a:t>&lt;&lt;Precio&gt;&gt;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86BC456-9B10-26A8-06D9-FA014751D500}"/>
              </a:ext>
            </a:extLst>
          </p:cNvPr>
          <p:cNvSpPr txBox="1"/>
          <p:nvPr/>
        </p:nvSpPr>
        <p:spPr>
          <a:xfrm>
            <a:off x="1496293" y="6324723"/>
            <a:ext cx="5567114" cy="93256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s-UY" sz="5500" dirty="0"/>
              <a:t>&lt;&lt;</a:t>
            </a:r>
            <a:r>
              <a:rPr lang="es-UY" sz="5500" dirty="0" err="1"/>
              <a:t>Descripcion</a:t>
            </a:r>
            <a:r>
              <a:rPr lang="es-UY" sz="5500" dirty="0"/>
              <a:t>&gt;&gt;</a:t>
            </a:r>
          </a:p>
        </p:txBody>
      </p:sp>
      <p:sp>
        <p:nvSpPr>
          <p:cNvPr id="11" name="CuadroTexto Mecanica1">
            <a:extLst>
              <a:ext uri="{FF2B5EF4-FFF2-40B4-BE49-F238E27FC236}">
                <a16:creationId xmlns:a16="http://schemas.microsoft.com/office/drawing/2014/main" id="{386BC456-9B10-26A8-06D9-FA014751D500}"/>
              </a:ext>
            </a:extLst>
          </p:cNvPr>
          <p:cNvSpPr txBox="1"/>
          <p:nvPr/>
        </p:nvSpPr>
        <p:spPr>
          <a:xfrm>
            <a:off x="1496293" y="7257283"/>
            <a:ext cx="5567114" cy="93256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s-UY" sz="2800" dirty="0"/>
              <a:t>&lt;&lt;</a:t>
            </a:r>
            <a:r>
              <a:rPr lang="es-UY" sz="2800" dirty="0" err="1"/>
              <a:t>precioAnterior</a:t>
            </a:r>
            <a:r>
              <a:rPr lang="es-UY" sz="2800" dirty="0"/>
              <a:t>&gt;&gt;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1BD122C-7E63-EF1F-2AE4-4AF54118D1F0}"/>
              </a:ext>
            </a:extLst>
          </p:cNvPr>
          <p:cNvSpPr txBox="1"/>
          <p:nvPr/>
        </p:nvSpPr>
        <p:spPr>
          <a:xfrm>
            <a:off x="764365" y="10073692"/>
            <a:ext cx="60309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Y" sz="1500" dirty="0">
                <a:latin typeface="Franklin Gothic Medium Cond" panose="020B0606030402020204" pitchFamily="34" charset="0"/>
              </a:rPr>
              <a:t>&lt;&lt;Aclaracion1&gt;&gt; &lt;&lt;Aclaracion2&gt;&gt; &lt;&lt;Aclaracion3&gt;&gt;</a:t>
            </a:r>
          </a:p>
          <a:p>
            <a:pPr algn="ctr"/>
            <a:endParaRPr lang="es-UY" sz="1500" dirty="0">
              <a:latin typeface="Franklin Gothic Medium Cond" panose="020B0606030402020204" pitchFamily="34" charset="0"/>
            </a:endParaRPr>
          </a:p>
          <a:p>
            <a:pPr algn="ctr"/>
            <a:endParaRPr lang="es-UY" sz="1500" dirty="0">
              <a:latin typeface="Franklin Gothic Medium Cond" panose="020B06060304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C85CFB2-7361-54E9-E76A-673115096F13}"/>
              </a:ext>
            </a:extLst>
          </p:cNvPr>
          <p:cNvSpPr txBox="1"/>
          <p:nvPr/>
        </p:nvSpPr>
        <p:spPr>
          <a:xfrm>
            <a:off x="3282278" y="505563"/>
            <a:ext cx="3728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Y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&lt;&lt;Vigencia&gt;&gt;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967604-003B-21E1-7BE8-F7219DA33547}"/>
              </a:ext>
            </a:extLst>
          </p:cNvPr>
          <p:cNvSpPr txBox="1"/>
          <p:nvPr/>
        </p:nvSpPr>
        <p:spPr>
          <a:xfrm>
            <a:off x="3876778" y="8241352"/>
            <a:ext cx="3045951" cy="93256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s-UY" sz="5500" dirty="0"/>
              <a:t>&lt;&lt;imagen&gt;&gt;</a:t>
            </a:r>
          </a:p>
        </p:txBody>
      </p:sp>
    </p:spTree>
    <p:extLst>
      <p:ext uri="{BB962C8B-B14F-4D97-AF65-F5344CB8AC3E}">
        <p14:creationId xmlns:p14="http://schemas.microsoft.com/office/powerpoint/2010/main" val="10321266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648</TotalTime>
  <Words>24</Words>
  <Application>Microsoft Office PowerPoint</Application>
  <PresentationFormat>Personalizado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Franklin Gothic Medium Cond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Publicis Impetu</dc:creator>
  <cp:lastModifiedBy>Ivan Casavieja</cp:lastModifiedBy>
  <cp:revision>62</cp:revision>
  <dcterms:created xsi:type="dcterms:W3CDTF">2021-08-20T16:06:18Z</dcterms:created>
  <dcterms:modified xsi:type="dcterms:W3CDTF">2026-07-15T12:40:38Z</dcterms:modified>
</cp:coreProperties>
</file>