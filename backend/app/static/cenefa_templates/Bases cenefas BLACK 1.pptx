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76" r:id="rId2"/>
  </p:sldIdLst>
  <p:sldSz cx="7559675" cy="10691813"/>
  <p:notesSz cx="6888163" cy="10018713"/>
  <p:defaultTextStyle>
    <a:defPPr>
      <a:defRPr lang="es-ES"/>
    </a:defPPr>
    <a:lvl1pPr marL="0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20" userDrawn="1">
          <p15:clr>
            <a:srgbClr val="A4A3A4"/>
          </p15:clr>
        </p15:guide>
        <p15:guide id="2" pos="24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D2B25-3231-45C7-9045-F075F644195A}" v="1" dt="2026-05-22T16:00:51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417" autoAdjust="0"/>
  </p:normalViewPr>
  <p:slideViewPr>
    <p:cSldViewPr snapToGrid="0">
      <p:cViewPr>
        <p:scale>
          <a:sx n="79" d="100"/>
          <a:sy n="79" d="100"/>
        </p:scale>
        <p:origin x="1718" y="-1805"/>
      </p:cViewPr>
      <p:guideLst>
        <p:guide orient="horz" pos="3320"/>
        <p:guide pos="24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812800"/>
            <a:ext cx="2835275" cy="400843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s-UY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B2FECDFE-B94B-48A7-BE26-77B0E625E473}" type="slidenum">
              <a:rPr lang="es-UY" sz="1400" b="0" strike="noStrike" spc="-1">
                <a:latin typeface="Times New Roman"/>
              </a:rPr>
              <a:t>‹#›</a:t>
            </a:fld>
            <a:endParaRPr lang="es-UY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6121-161E-E839-C12C-497DE403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2EF6F6D3-AFD2-C313-601F-802EFCEDB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4550" y="750888"/>
            <a:ext cx="2641600" cy="3740150"/>
          </a:xfrm>
          <a:prstGeom prst="rect">
            <a:avLst/>
          </a:prstGeom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CD6347F2-8EBB-4D8C-8E6C-C38B15CCC3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8680" y="4758840"/>
            <a:ext cx="5493960" cy="4491720"/>
          </a:xfrm>
          <a:prstGeom prst="rect">
            <a:avLst/>
          </a:prstGeom>
        </p:spPr>
        <p:txBody>
          <a:bodyPr lIns="97200" tIns="48600" rIns="97200" bIns="48600">
            <a:normAutofit/>
          </a:bodyPr>
          <a:lstStyle/>
          <a:p>
            <a:endParaRPr lang="es-UY" sz="2000" b="0" strike="noStrike" spc="-1">
              <a:latin typeface="Arial"/>
            </a:endParaRPr>
          </a:p>
        </p:txBody>
      </p:sp>
      <p:sp>
        <p:nvSpPr>
          <p:cNvPr id="123" name="3 Marcador de número de diapositiva_17">
            <a:extLst>
              <a:ext uri="{FF2B5EF4-FFF2-40B4-BE49-F238E27FC236}">
                <a16:creationId xmlns:a16="http://schemas.microsoft.com/office/drawing/2014/main" id="{2E1666D6-5076-843B-8201-82BC8E44AC90}"/>
              </a:ext>
            </a:extLst>
          </p:cNvPr>
          <p:cNvSpPr/>
          <p:nvPr/>
        </p:nvSpPr>
        <p:spPr>
          <a:xfrm>
            <a:off x="3901680" y="9515880"/>
            <a:ext cx="29682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7200" tIns="48600" rIns="97200" bIns="48600" anchor="b">
            <a:noAutofit/>
          </a:bodyPr>
          <a:lstStyle/>
          <a:p>
            <a:pPr algn="r">
              <a:lnSpc>
                <a:spcPct val="100000"/>
              </a:lnSpc>
            </a:pPr>
            <a:fld id="{36F52160-8889-4F8E-8CAE-EB570F0E5648}" type="slidenum">
              <a:rPr lang="es-UY" sz="13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s-UY" sz="13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90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77785" y="426500"/>
            <a:ext cx="6803311" cy="82757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678228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978671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77785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2678228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4978671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2619-C9CF-3A48-115C-3C4919AE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1 CuadroTexto_17">
            <a:extLst>
              <a:ext uri="{FF2B5EF4-FFF2-40B4-BE49-F238E27FC236}">
                <a16:creationId xmlns:a16="http://schemas.microsoft.com/office/drawing/2014/main" id="{7E94642A-F0B5-0C78-0DFF-53AB1D4235E4}"/>
              </a:ext>
            </a:extLst>
          </p:cNvPr>
          <p:cNvSpPr/>
          <p:nvPr/>
        </p:nvSpPr>
        <p:spPr>
          <a:xfrm>
            <a:off x="2571552" y="2129302"/>
            <a:ext cx="4685281" cy="389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dirty="0">
                <a:latin typeface="Aptos" panose="020B0004020202020204" pitchFamily="34" charset="0"/>
              </a:rPr>
              <a:t>&lt;&lt;Descripción1&gt;&gt;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29" name="CuadroTexto 2_48">
            <a:extLst>
              <a:ext uri="{FF2B5EF4-FFF2-40B4-BE49-F238E27FC236}">
                <a16:creationId xmlns:a16="http://schemas.microsoft.com/office/drawing/2014/main" id="{49A715EE-9350-3EA1-5085-02E7F5133105}"/>
              </a:ext>
            </a:extLst>
          </p:cNvPr>
          <p:cNvSpPr/>
          <p:nvPr/>
        </p:nvSpPr>
        <p:spPr>
          <a:xfrm>
            <a:off x="4494705" y="2946192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10" name="1 CuadroTexto_17">
            <a:extLst>
              <a:ext uri="{FF2B5EF4-FFF2-40B4-BE49-F238E27FC236}">
                <a16:creationId xmlns:a16="http://schemas.microsoft.com/office/drawing/2014/main" id="{DF692365-E958-7E76-65C1-77BE94303FB7}"/>
              </a:ext>
            </a:extLst>
          </p:cNvPr>
          <p:cNvSpPr/>
          <p:nvPr/>
        </p:nvSpPr>
        <p:spPr>
          <a:xfrm>
            <a:off x="2601924" y="272961"/>
            <a:ext cx="216702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400" b="1" dirty="0">
                <a:latin typeface="Impact" panose="020B0806030902050204" pitchFamily="34" charset="0"/>
              </a:rPr>
              <a:t>&lt;&lt;P1&gt;&gt;</a:t>
            </a:r>
            <a:endParaRPr lang="es-UY" sz="4000" b="1" spc="-1" dirty="0">
              <a:latin typeface="Impact" panose="020B0806030902050204" pitchFamily="34" charset="0"/>
            </a:endParaRPr>
          </a:p>
        </p:txBody>
      </p:sp>
      <p:sp>
        <p:nvSpPr>
          <p:cNvPr id="4" name="CuadroTexto 2_48">
            <a:extLst>
              <a:ext uri="{FF2B5EF4-FFF2-40B4-BE49-F238E27FC236}">
                <a16:creationId xmlns:a16="http://schemas.microsoft.com/office/drawing/2014/main" id="{E72CF09E-0605-A98D-97FC-AF9B617A2D1D}"/>
              </a:ext>
            </a:extLst>
          </p:cNvPr>
          <p:cNvSpPr/>
          <p:nvPr/>
        </p:nvSpPr>
        <p:spPr>
          <a:xfrm>
            <a:off x="3609886" y="257183"/>
            <a:ext cx="3646947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&lt;&lt;Vigencia1&gt;&gt;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5" name="CuadroTexto 2_48">
            <a:extLst>
              <a:ext uri="{FF2B5EF4-FFF2-40B4-BE49-F238E27FC236}">
                <a16:creationId xmlns:a16="http://schemas.microsoft.com/office/drawing/2014/main" id="{43DBC2F1-72F2-BA72-0D2E-8FF647A2E32E}"/>
              </a:ext>
            </a:extLst>
          </p:cNvPr>
          <p:cNvSpPr/>
          <p:nvPr/>
        </p:nvSpPr>
        <p:spPr>
          <a:xfrm>
            <a:off x="2571552" y="1929368"/>
            <a:ext cx="35041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&lt;&lt;Mecanica1&gt;&gt;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6" name="CuadroTexto 2_48">
            <a:extLst>
              <a:ext uri="{FF2B5EF4-FFF2-40B4-BE49-F238E27FC236}">
                <a16:creationId xmlns:a16="http://schemas.microsoft.com/office/drawing/2014/main" id="{65EE2B90-3DA4-2D89-DC21-6109F0328DC8}"/>
              </a:ext>
            </a:extLst>
          </p:cNvPr>
          <p:cNvSpPr/>
          <p:nvPr/>
        </p:nvSpPr>
        <p:spPr>
          <a:xfrm>
            <a:off x="4494705" y="3101429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&lt;&lt;OtraAclaracion1&gt;&gt;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2" name="CuadroTexto 2_48">
            <a:extLst>
              <a:ext uri="{FF2B5EF4-FFF2-40B4-BE49-F238E27FC236}">
                <a16:creationId xmlns:a16="http://schemas.microsoft.com/office/drawing/2014/main" id="{82BDB5C6-9662-737B-0C70-45FAC82C3ED2}"/>
              </a:ext>
            </a:extLst>
          </p:cNvPr>
          <p:cNvSpPr/>
          <p:nvPr/>
        </p:nvSpPr>
        <p:spPr>
          <a:xfrm>
            <a:off x="5059380" y="1937798"/>
            <a:ext cx="18946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&lt;&lt;UnidadMedida1&gt;&gt;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FE0FB3-8BA3-168D-D30F-951CA3CD5C05}"/>
              </a:ext>
            </a:extLst>
          </p:cNvPr>
          <p:cNvSpPr txBox="1"/>
          <p:nvPr/>
        </p:nvSpPr>
        <p:spPr>
          <a:xfrm>
            <a:off x="2533399" y="641934"/>
            <a:ext cx="5294021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9700" dirty="0">
                <a:latin typeface="Impact" panose="020B0806030902050204" pitchFamily="34" charset="0"/>
              </a:rPr>
              <a:t>Precio 1</a:t>
            </a:r>
          </a:p>
        </p:txBody>
      </p:sp>
      <p:sp>
        <p:nvSpPr>
          <p:cNvPr id="8" name="1 CuadroTexto_17">
            <a:extLst>
              <a:ext uri="{FF2B5EF4-FFF2-40B4-BE49-F238E27FC236}">
                <a16:creationId xmlns:a16="http://schemas.microsoft.com/office/drawing/2014/main" id="{C2B6407B-37A5-1747-5880-50EE9E3831FB}"/>
              </a:ext>
            </a:extLst>
          </p:cNvPr>
          <p:cNvSpPr/>
          <p:nvPr/>
        </p:nvSpPr>
        <p:spPr>
          <a:xfrm>
            <a:off x="2640077" y="5770993"/>
            <a:ext cx="4685281" cy="389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dirty="0">
                <a:latin typeface="Aptos" panose="020B0004020202020204" pitchFamily="34" charset="0"/>
              </a:rPr>
              <a:t>&lt;&lt;Descripción1&gt;&gt;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6" name="CuadroTexto 2_48">
            <a:extLst>
              <a:ext uri="{FF2B5EF4-FFF2-40B4-BE49-F238E27FC236}">
                <a16:creationId xmlns:a16="http://schemas.microsoft.com/office/drawing/2014/main" id="{65684D85-0D6E-0FD3-5294-ADAD805F9674}"/>
              </a:ext>
            </a:extLst>
          </p:cNvPr>
          <p:cNvSpPr/>
          <p:nvPr/>
        </p:nvSpPr>
        <p:spPr>
          <a:xfrm>
            <a:off x="4563230" y="6587883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17" name="1 CuadroTexto_17">
            <a:extLst>
              <a:ext uri="{FF2B5EF4-FFF2-40B4-BE49-F238E27FC236}">
                <a16:creationId xmlns:a16="http://schemas.microsoft.com/office/drawing/2014/main" id="{BF851442-A57B-111F-EFB4-A39CF87E0D0C}"/>
              </a:ext>
            </a:extLst>
          </p:cNvPr>
          <p:cNvSpPr/>
          <p:nvPr/>
        </p:nvSpPr>
        <p:spPr>
          <a:xfrm>
            <a:off x="2670449" y="3914652"/>
            <a:ext cx="216702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400" b="1" dirty="0">
                <a:latin typeface="Impact" panose="020B0806030902050204" pitchFamily="34" charset="0"/>
              </a:rPr>
              <a:t>&lt;&lt;P1&gt;&gt;</a:t>
            </a:r>
            <a:endParaRPr lang="es-UY" sz="4000" b="1" spc="-1" dirty="0">
              <a:latin typeface="Impact" panose="020B0806030902050204" pitchFamily="34" charset="0"/>
            </a:endParaRPr>
          </a:p>
        </p:txBody>
      </p:sp>
      <p:sp>
        <p:nvSpPr>
          <p:cNvPr id="18" name="CuadroTexto 2_48">
            <a:extLst>
              <a:ext uri="{FF2B5EF4-FFF2-40B4-BE49-F238E27FC236}">
                <a16:creationId xmlns:a16="http://schemas.microsoft.com/office/drawing/2014/main" id="{E3378EBF-2BF7-1072-51CF-EAB0D2E888A5}"/>
              </a:ext>
            </a:extLst>
          </p:cNvPr>
          <p:cNvSpPr/>
          <p:nvPr/>
        </p:nvSpPr>
        <p:spPr>
          <a:xfrm>
            <a:off x="3678411" y="3898874"/>
            <a:ext cx="3646947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&lt;&lt;Vigencia1&gt;&gt;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19" name="CuadroTexto 2_48">
            <a:extLst>
              <a:ext uri="{FF2B5EF4-FFF2-40B4-BE49-F238E27FC236}">
                <a16:creationId xmlns:a16="http://schemas.microsoft.com/office/drawing/2014/main" id="{421FCFDF-F893-D62B-F10E-73AC7E46C51D}"/>
              </a:ext>
            </a:extLst>
          </p:cNvPr>
          <p:cNvSpPr/>
          <p:nvPr/>
        </p:nvSpPr>
        <p:spPr>
          <a:xfrm>
            <a:off x="2640077" y="5571059"/>
            <a:ext cx="35041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&lt;&lt;Mecanica1&gt;&gt;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20" name="CuadroTexto 2_48">
            <a:extLst>
              <a:ext uri="{FF2B5EF4-FFF2-40B4-BE49-F238E27FC236}">
                <a16:creationId xmlns:a16="http://schemas.microsoft.com/office/drawing/2014/main" id="{5A754F42-C540-F218-418F-DE3F7CEB8EEC}"/>
              </a:ext>
            </a:extLst>
          </p:cNvPr>
          <p:cNvSpPr/>
          <p:nvPr/>
        </p:nvSpPr>
        <p:spPr>
          <a:xfrm>
            <a:off x="4563230" y="6743120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&lt;&lt;OtraAclaracion1&gt;&gt;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21" name="CuadroTexto 2_48">
            <a:extLst>
              <a:ext uri="{FF2B5EF4-FFF2-40B4-BE49-F238E27FC236}">
                <a16:creationId xmlns:a16="http://schemas.microsoft.com/office/drawing/2014/main" id="{83347A23-3C30-D1DA-D9E4-D197A3E32381}"/>
              </a:ext>
            </a:extLst>
          </p:cNvPr>
          <p:cNvSpPr/>
          <p:nvPr/>
        </p:nvSpPr>
        <p:spPr>
          <a:xfrm>
            <a:off x="5127905" y="5579489"/>
            <a:ext cx="18946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&lt;&lt;UnidadMedida1&gt;&gt;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133CD79-38FA-79AE-F5FF-A87CF7496DD1}"/>
              </a:ext>
            </a:extLst>
          </p:cNvPr>
          <p:cNvSpPr txBox="1"/>
          <p:nvPr/>
        </p:nvSpPr>
        <p:spPr>
          <a:xfrm>
            <a:off x="2601924" y="4283625"/>
            <a:ext cx="5294021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9700" dirty="0">
                <a:latin typeface="Impact" panose="020B0806030902050204" pitchFamily="34" charset="0"/>
              </a:rPr>
              <a:t>Precio 1</a:t>
            </a:r>
          </a:p>
        </p:txBody>
      </p:sp>
      <p:sp>
        <p:nvSpPr>
          <p:cNvPr id="27" name="1 CuadroTexto_17">
            <a:extLst>
              <a:ext uri="{FF2B5EF4-FFF2-40B4-BE49-F238E27FC236}">
                <a16:creationId xmlns:a16="http://schemas.microsoft.com/office/drawing/2014/main" id="{BE81BD91-9FD7-3ABB-EBA4-18D71D20569F}"/>
              </a:ext>
            </a:extLst>
          </p:cNvPr>
          <p:cNvSpPr/>
          <p:nvPr/>
        </p:nvSpPr>
        <p:spPr>
          <a:xfrm>
            <a:off x="2660961" y="9339730"/>
            <a:ext cx="4685281" cy="389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dirty="0">
                <a:latin typeface="Aptos" panose="020B0004020202020204" pitchFamily="34" charset="0"/>
              </a:rPr>
              <a:t>&lt;&lt;Descripción1&gt;&gt;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36" name="CuadroTexto 2_48">
            <a:extLst>
              <a:ext uri="{FF2B5EF4-FFF2-40B4-BE49-F238E27FC236}">
                <a16:creationId xmlns:a16="http://schemas.microsoft.com/office/drawing/2014/main" id="{AE5E0370-7F06-7370-AA10-4E8BC043455D}"/>
              </a:ext>
            </a:extLst>
          </p:cNvPr>
          <p:cNvSpPr/>
          <p:nvPr/>
        </p:nvSpPr>
        <p:spPr>
          <a:xfrm>
            <a:off x="4584114" y="10156620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37" name="1 CuadroTexto_17">
            <a:extLst>
              <a:ext uri="{FF2B5EF4-FFF2-40B4-BE49-F238E27FC236}">
                <a16:creationId xmlns:a16="http://schemas.microsoft.com/office/drawing/2014/main" id="{A96C662D-5A1E-FF20-6C0E-AE89C459DAA5}"/>
              </a:ext>
            </a:extLst>
          </p:cNvPr>
          <p:cNvSpPr/>
          <p:nvPr/>
        </p:nvSpPr>
        <p:spPr>
          <a:xfrm>
            <a:off x="2691333" y="7483389"/>
            <a:ext cx="216702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400" b="1" dirty="0">
                <a:latin typeface="Impact" panose="020B0806030902050204" pitchFamily="34" charset="0"/>
              </a:rPr>
              <a:t>&lt;&lt;P1&gt;&gt;</a:t>
            </a:r>
            <a:endParaRPr lang="es-UY" sz="4000" b="1" spc="-1" dirty="0">
              <a:latin typeface="Impact" panose="020B0806030902050204" pitchFamily="34" charset="0"/>
            </a:endParaRPr>
          </a:p>
        </p:txBody>
      </p:sp>
      <p:sp>
        <p:nvSpPr>
          <p:cNvPr id="38" name="CuadroTexto 2_48">
            <a:extLst>
              <a:ext uri="{FF2B5EF4-FFF2-40B4-BE49-F238E27FC236}">
                <a16:creationId xmlns:a16="http://schemas.microsoft.com/office/drawing/2014/main" id="{50FBDC01-57E7-972C-8D25-C2CFD116B161}"/>
              </a:ext>
            </a:extLst>
          </p:cNvPr>
          <p:cNvSpPr/>
          <p:nvPr/>
        </p:nvSpPr>
        <p:spPr>
          <a:xfrm>
            <a:off x="3699295" y="7467611"/>
            <a:ext cx="3646947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&lt;&lt;Vigencia1&gt;&gt;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39" name="CuadroTexto 2_48">
            <a:extLst>
              <a:ext uri="{FF2B5EF4-FFF2-40B4-BE49-F238E27FC236}">
                <a16:creationId xmlns:a16="http://schemas.microsoft.com/office/drawing/2014/main" id="{D38FAD49-578E-1462-52D9-0449EC3BDBAD}"/>
              </a:ext>
            </a:extLst>
          </p:cNvPr>
          <p:cNvSpPr/>
          <p:nvPr/>
        </p:nvSpPr>
        <p:spPr>
          <a:xfrm>
            <a:off x="2660961" y="9139796"/>
            <a:ext cx="35041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&lt;&lt;Mecanica1&gt;&gt;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40" name="CuadroTexto 2_48">
            <a:extLst>
              <a:ext uri="{FF2B5EF4-FFF2-40B4-BE49-F238E27FC236}">
                <a16:creationId xmlns:a16="http://schemas.microsoft.com/office/drawing/2014/main" id="{2F1261FF-D0A1-3A30-A12B-C2B6E278A6BC}"/>
              </a:ext>
            </a:extLst>
          </p:cNvPr>
          <p:cNvSpPr/>
          <p:nvPr/>
        </p:nvSpPr>
        <p:spPr>
          <a:xfrm>
            <a:off x="4584114" y="10311857"/>
            <a:ext cx="2572553" cy="213990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800" dirty="0">
                <a:latin typeface="Aptos" panose="020B0004020202020204" pitchFamily="34" charset="0"/>
              </a:rPr>
              <a:t>&lt;&lt;OtraAclaracion1&gt;&gt;</a:t>
            </a:r>
            <a:endParaRPr lang="es-UY" sz="800" spc="-1" dirty="0">
              <a:latin typeface="Aptos" panose="020B0004020202020204" pitchFamily="34" charset="0"/>
            </a:endParaRPr>
          </a:p>
        </p:txBody>
      </p:sp>
      <p:sp>
        <p:nvSpPr>
          <p:cNvPr id="41" name="CuadroTexto 2_48">
            <a:extLst>
              <a:ext uri="{FF2B5EF4-FFF2-40B4-BE49-F238E27FC236}">
                <a16:creationId xmlns:a16="http://schemas.microsoft.com/office/drawing/2014/main" id="{5BDCB86A-0ADB-B8F5-D217-2F84C6AAC3D0}"/>
              </a:ext>
            </a:extLst>
          </p:cNvPr>
          <p:cNvSpPr/>
          <p:nvPr/>
        </p:nvSpPr>
        <p:spPr>
          <a:xfrm>
            <a:off x="5148789" y="9148226"/>
            <a:ext cx="1894618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&lt;&lt;UnidadMedida1&gt;&gt;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BFE451E-8493-E567-0923-5C153AF0E3F7}"/>
              </a:ext>
            </a:extLst>
          </p:cNvPr>
          <p:cNvSpPr txBox="1"/>
          <p:nvPr/>
        </p:nvSpPr>
        <p:spPr>
          <a:xfrm>
            <a:off x="2622808" y="7852362"/>
            <a:ext cx="5294021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9700" dirty="0">
                <a:latin typeface="Impact" panose="020B0806030902050204" pitchFamily="34" charset="0"/>
              </a:rPr>
              <a:t>Precio 1</a:t>
            </a:r>
          </a:p>
        </p:txBody>
      </p:sp>
    </p:spTree>
    <p:extLst>
      <p:ext uri="{BB962C8B-B14F-4D97-AF65-F5344CB8AC3E}">
        <p14:creationId xmlns:p14="http://schemas.microsoft.com/office/powerpoint/2010/main" val="201511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23723</TotalTime>
  <Words>71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subject/>
  <dc:creator>Servidor</dc:creator>
  <dc:description/>
  <cp:lastModifiedBy>Valentina González</cp:lastModifiedBy>
  <cp:revision>738</cp:revision>
  <cp:lastPrinted>2025-06-13T10:09:59Z</cp:lastPrinted>
  <dcterms:created xsi:type="dcterms:W3CDTF">2019-06-21T13:11:10Z</dcterms:created>
  <dcterms:modified xsi:type="dcterms:W3CDTF">2026-05-22T16:00:55Z</dcterms:modified>
  <dc:language>es-UY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41</vt:r8>
  </property>
  <property fmtid="{D5CDD505-2E9C-101B-9397-08002B2CF9AE}" pid="3" name="PresentationFormat">
    <vt:lpwstr>Personalizado</vt:lpwstr>
  </property>
  <property fmtid="{D5CDD505-2E9C-101B-9397-08002B2CF9AE}" pid="4" name="Slides">
    <vt:r8>41</vt:r8>
  </property>
</Properties>
</file>