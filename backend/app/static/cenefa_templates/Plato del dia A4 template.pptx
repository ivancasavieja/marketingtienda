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8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3C2A"/>
    <a:srgbClr val="199038"/>
    <a:srgbClr val="02466C"/>
    <a:srgbClr val="72B2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12"/>
    <p:restoredTop sz="97146"/>
  </p:normalViewPr>
  <p:slideViewPr>
    <p:cSldViewPr snapToGrid="0" snapToObjects="1">
      <p:cViewPr varScale="1">
        <p:scale>
          <a:sx n="102" d="100"/>
          <a:sy n="102" d="100"/>
        </p:scale>
        <p:origin x="2928" y="-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  <a:prstGeom prst="rect">
            <a:avLst/>
          </a:prstGeo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21/5/26</a:t>
            </a:fld>
            <a:endParaRPr lang="es-U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00616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21/5/26</a:t>
            </a:fld>
            <a:endParaRPr lang="es-U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10038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  <a:prstGeom prst="rect">
            <a:avLst/>
          </a:prstGeom>
        </p:spPr>
        <p:txBody>
          <a:bodyPr anchor="b"/>
          <a:lstStyle>
            <a:lvl1pPr>
              <a:defRPr sz="496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21/5/26</a:t>
            </a:fld>
            <a:endParaRPr lang="es-U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470065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21/5/26</a:t>
            </a:fld>
            <a:endParaRPr lang="es-U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925697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21/5/26</a:t>
            </a:fld>
            <a:endParaRPr lang="es-U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2161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21/5/26</a:t>
            </a:fld>
            <a:endParaRPr lang="es-U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96825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21/5/26</a:t>
            </a:fld>
            <a:endParaRPr lang="es-U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137824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  <a:prstGeom prst="rect">
            <a:avLst/>
          </a:prstGeom>
        </p:spPr>
        <p:txBody>
          <a:bodyPr anchor="b"/>
          <a:lstStyle>
            <a:lvl1pPr>
              <a:defRPr sz="2645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  <a:prstGeom prst="rect">
            <a:avLst/>
          </a:prstGeo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21/5/26</a:t>
            </a:fld>
            <a:endParaRPr lang="es-U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148100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  <a:prstGeom prst="rect">
            <a:avLst/>
          </a:prstGeom>
        </p:spPr>
        <p:txBody>
          <a:bodyPr anchor="b"/>
          <a:lstStyle>
            <a:lvl1pPr>
              <a:defRPr sz="2645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21/5/26</a:t>
            </a:fld>
            <a:endParaRPr lang="es-U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981512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21/5/26</a:t>
            </a:fld>
            <a:endParaRPr lang="es-U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914038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  <a:prstGeom prst="rect">
            <a:avLst/>
          </a:prstGeo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21/5/26</a:t>
            </a:fld>
            <a:endParaRPr lang="es-U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8748402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B45A73AA-EA2F-0ABC-37D4-7FD27471416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57"/>
            <a:ext cx="7560140" cy="1069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487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6273BA06-1B2B-0358-F69E-DB51578FD1E5}"/>
              </a:ext>
            </a:extLst>
          </p:cNvPr>
          <p:cNvSpPr/>
          <p:nvPr/>
        </p:nvSpPr>
        <p:spPr>
          <a:xfrm>
            <a:off x="566976" y="4831803"/>
            <a:ext cx="6425724" cy="2710581"/>
          </a:xfrm>
          <a:prstGeom prst="rect">
            <a:avLst/>
          </a:prstGeom>
          <a:solidFill>
            <a:srgbClr val="199038"/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500"/>
              </a:lnSpc>
            </a:pPr>
            <a:endParaRPr lang="es-UY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C6B407FD-C3B6-50E9-7D65-375A088A8F9C}"/>
              </a:ext>
            </a:extLst>
          </p:cNvPr>
          <p:cNvSpPr txBox="1">
            <a:spLocks/>
          </p:cNvSpPr>
          <p:nvPr/>
        </p:nvSpPr>
        <p:spPr>
          <a:xfrm>
            <a:off x="566976" y="5035909"/>
            <a:ext cx="6425724" cy="23551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5800"/>
              </a:lnSpc>
            </a:pPr>
            <a:r>
              <a:rPr lang="es-UY" sz="57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&lt;&lt;Descripcion&gt;&gt;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A017D9-65D3-1D1B-1AC8-956E152679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976" y="3783862"/>
            <a:ext cx="6425724" cy="916458"/>
          </a:xfrm>
        </p:spPr>
        <p:txBody>
          <a:bodyPr>
            <a:noAutofit/>
          </a:bodyPr>
          <a:lstStyle/>
          <a:p>
            <a:r>
              <a:rPr lang="es-UY" sz="8000" b="1" dirty="0">
                <a:solidFill>
                  <a:srgbClr val="19903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&lt;&lt;DIA&gt;&gt;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4BA0F639-107D-666B-0314-B8B0E243182A}"/>
              </a:ext>
            </a:extLst>
          </p:cNvPr>
          <p:cNvSpPr txBox="1">
            <a:spLocks/>
          </p:cNvSpPr>
          <p:nvPr/>
        </p:nvSpPr>
        <p:spPr>
          <a:xfrm>
            <a:off x="566976" y="7956647"/>
            <a:ext cx="6425724" cy="232011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11000" b="1" baseline="30000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&lt;&lt;Precio&gt;&gt;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BB6E889-3754-3065-7EF0-33D0F2CE709F}"/>
              </a:ext>
            </a:extLst>
          </p:cNvPr>
          <p:cNvSpPr txBox="1"/>
          <p:nvPr/>
        </p:nvSpPr>
        <p:spPr>
          <a:xfrm>
            <a:off x="0" y="9944100"/>
            <a:ext cx="7559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s-UY" dirty="0"/>
            <a:r>
              <a:rPr lang="es-UY" b="0" i="0" u="none" strike="noStrike" dirty="0">
                <a:solidFill>
                  <a:srgbClr val="292A2E"/>
                </a:solidFill>
                <a:effectLst/>
                <a:latin typeface="Atlassian Sans"/>
              </a:rPr>
              <a:t>&lt;&lt;Aclaracion&gt;&gt;</a:t>
            </a:r>
          </a:p>
        </p:txBody>
      </p:sp>
    </p:spTree>
    <p:extLst>
      <p:ext uri="{BB962C8B-B14F-4D97-AF65-F5344CB8AC3E}">
        <p14:creationId xmlns:p14="http://schemas.microsoft.com/office/powerpoint/2010/main" val="2352257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469</TotalTime>
  <Words>335</Words>
  <Application>Microsoft Macintosh PowerPoint</Application>
  <PresentationFormat>Personalizado</PresentationFormat>
  <Paragraphs>95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Arial</vt:lpstr>
      <vt:lpstr>Atlassian Sans</vt:lpstr>
      <vt:lpstr>Calibri</vt:lpstr>
      <vt:lpstr>Calibri Light</vt:lpstr>
      <vt:lpstr>Tema de Office</vt:lpstr>
      <vt:lpstr>LUNES 1</vt:lpstr>
      <vt:lpstr>MARTES 2</vt:lpstr>
      <vt:lpstr>MIÉRCOLES 3</vt:lpstr>
      <vt:lpstr>JUEVES 4</vt:lpstr>
      <vt:lpstr>VIERNES 5</vt:lpstr>
      <vt:lpstr>LUNES 8</vt:lpstr>
      <vt:lpstr>MARTES 9</vt:lpstr>
      <vt:lpstr>MIÉRCOLES 10</vt:lpstr>
      <vt:lpstr>JUEVES 11</vt:lpstr>
      <vt:lpstr>VIERNES 12</vt:lpstr>
      <vt:lpstr>LUNES 15</vt:lpstr>
      <vt:lpstr>MARTES 16</vt:lpstr>
      <vt:lpstr>MIÉRCOLES 17</vt:lpstr>
      <vt:lpstr>JUEVES 18</vt:lpstr>
      <vt:lpstr>VIERNES 19</vt:lpstr>
      <vt:lpstr>LUNES 22</vt:lpstr>
      <vt:lpstr>MARTES 23</vt:lpstr>
      <vt:lpstr>MIÉRCOLES 24</vt:lpstr>
      <vt:lpstr>JUEVES 25</vt:lpstr>
      <vt:lpstr>VIERNES 26</vt:lpstr>
      <vt:lpstr>LUNES 29</vt:lpstr>
      <vt:lpstr>MARTES 30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LUNES</dc:title>
  <dc:creator>Publicis Impetu</dc:creator>
  <cp:lastModifiedBy>Publicis Impetu</cp:lastModifiedBy>
  <cp:revision>29</cp:revision>
  <dcterms:created xsi:type="dcterms:W3CDTF">2022-06-03T12:58:51Z</dcterms:created>
  <dcterms:modified xsi:type="dcterms:W3CDTF">2026-05-21T18:16:55Z</dcterms:modified>
</cp:coreProperties>
</file>