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479" r:id="rId2"/>
  </p:sldIdLst>
  <p:sldSz cx="7559675" cy="10691813"/>
  <p:notesSz cx="6888163" cy="10018713"/>
  <p:defaultTextStyle>
    <a:defPPr>
      <a:defRPr lang="es-ES"/>
    </a:defPPr>
    <a:lvl1pPr marL="0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1pPr>
    <a:lvl2pPr marL="492633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2pPr>
    <a:lvl3pPr marL="985266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3pPr>
    <a:lvl4pPr marL="1477899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4pPr>
    <a:lvl5pPr marL="1970532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5pPr>
    <a:lvl6pPr marL="2463165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6pPr>
    <a:lvl7pPr marL="2955798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7pPr>
    <a:lvl8pPr marL="3448431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8pPr>
    <a:lvl9pPr marL="3941064" algn="l" defTabSz="985266" rtl="0" eaLnBrk="1" latinLnBrk="0" hangingPunct="1">
      <a:defRPr sz="194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20" userDrawn="1">
          <p15:clr>
            <a:srgbClr val="A4A3A4"/>
          </p15:clr>
        </p15:guide>
        <p15:guide id="2" pos="24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C76DD9-92CC-29BC-7332-99F4643A4ADB}" v="1" dt="2026-05-22T15:58:46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1" autoAdjust="0"/>
    <p:restoredTop sz="94417" autoAdjust="0"/>
  </p:normalViewPr>
  <p:slideViewPr>
    <p:cSldViewPr snapToGrid="0">
      <p:cViewPr varScale="1">
        <p:scale>
          <a:sx n="51" d="100"/>
          <a:sy n="51" d="100"/>
        </p:scale>
        <p:origin x="2371" y="62"/>
      </p:cViewPr>
      <p:guideLst>
        <p:guide orient="horz" pos="3320"/>
        <p:guide pos="24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812800"/>
            <a:ext cx="2835275" cy="400843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UY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UY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s-UY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s-UY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s-UY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B2FECDFE-B94B-48A7-BE26-77B0E625E473}" type="slidenum">
              <a:rPr lang="es-UY" sz="1400" b="0" strike="noStrike" spc="-1">
                <a:latin typeface="Times New Roman"/>
              </a:rPr>
              <a:t>‹#›</a:t>
            </a:fld>
            <a:endParaRPr lang="es-UY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1pPr>
    <a:lvl2pPr marL="492633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2pPr>
    <a:lvl3pPr marL="985266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3pPr>
    <a:lvl4pPr marL="1477899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4pPr>
    <a:lvl5pPr marL="1970532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5pPr>
    <a:lvl6pPr marL="2463165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6pPr>
    <a:lvl7pPr marL="2955798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7pPr>
    <a:lvl8pPr marL="3448431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8pPr>
    <a:lvl9pPr marL="3941064" algn="l" defTabSz="985266" rtl="0" eaLnBrk="1" latinLnBrk="0" hangingPunct="1">
      <a:defRPr sz="129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6EDF-40FB-BAB2-DB5F-09F172C56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>
            <a:extLst>
              <a:ext uri="{FF2B5EF4-FFF2-40B4-BE49-F238E27FC236}">
                <a16:creationId xmlns:a16="http://schemas.microsoft.com/office/drawing/2014/main" id="{B479FA1E-B3EB-A9B4-C4DA-635BB839A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14550" y="750888"/>
            <a:ext cx="2641600" cy="3740150"/>
          </a:xfrm>
          <a:prstGeom prst="rect">
            <a:avLst/>
          </a:prstGeom>
        </p:spPr>
      </p:sp>
      <p:sp>
        <p:nvSpPr>
          <p:cNvPr id="122" name="PlaceHolder 2">
            <a:extLst>
              <a:ext uri="{FF2B5EF4-FFF2-40B4-BE49-F238E27FC236}">
                <a16:creationId xmlns:a16="http://schemas.microsoft.com/office/drawing/2014/main" id="{1609F609-61EC-3CEC-BA96-FDFD67B8D81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8680" y="4758840"/>
            <a:ext cx="5493960" cy="4491720"/>
          </a:xfrm>
          <a:prstGeom prst="rect">
            <a:avLst/>
          </a:prstGeom>
        </p:spPr>
        <p:txBody>
          <a:bodyPr lIns="97200" tIns="48600" rIns="97200" bIns="48600">
            <a:normAutofit/>
          </a:bodyPr>
          <a:lstStyle/>
          <a:p>
            <a:endParaRPr lang="es-UY" sz="2000" b="0" strike="noStrike" spc="-1">
              <a:latin typeface="Arial"/>
            </a:endParaRPr>
          </a:p>
        </p:txBody>
      </p:sp>
      <p:sp>
        <p:nvSpPr>
          <p:cNvPr id="123" name="3 Marcador de número de diapositiva_17">
            <a:extLst>
              <a:ext uri="{FF2B5EF4-FFF2-40B4-BE49-F238E27FC236}">
                <a16:creationId xmlns:a16="http://schemas.microsoft.com/office/drawing/2014/main" id="{8F1B5D75-A374-CA02-0ACF-CB577FE89DBE}"/>
              </a:ext>
            </a:extLst>
          </p:cNvPr>
          <p:cNvSpPr/>
          <p:nvPr/>
        </p:nvSpPr>
        <p:spPr>
          <a:xfrm>
            <a:off x="3901680" y="9515880"/>
            <a:ext cx="296820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7200" tIns="48600" rIns="97200" bIns="48600" anchor="b">
            <a:noAutofit/>
          </a:bodyPr>
          <a:lstStyle/>
          <a:p>
            <a:pPr algn="r">
              <a:lnSpc>
                <a:spcPct val="100000"/>
              </a:lnSpc>
            </a:pPr>
            <a:fld id="{36F52160-8889-4F8E-8CAE-EB570F0E5648}" type="slidenum">
              <a:rPr lang="es-UY" sz="13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s-UY" sz="13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3182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77785" y="2501729"/>
            <a:ext cx="6803311" cy="620086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6803311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377785" y="426500"/>
            <a:ext cx="6803311" cy="82757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377785" y="5740766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3863966" y="5740766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77785" y="5740766"/>
            <a:ext cx="6803311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6803311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377785" y="5740766"/>
            <a:ext cx="6803311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863966" y="2501729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377785" y="5740766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3863966" y="5740766"/>
            <a:ext cx="3319908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UY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2678228" y="2501729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978671" y="2501729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377785" y="5740766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2678228" y="5740766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4978671" y="5740766"/>
            <a:ext cx="2190520" cy="295763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UY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77785" y="426501"/>
            <a:ext cx="6803311" cy="1785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UY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77785" y="2501729"/>
            <a:ext cx="6803311" cy="6200867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UY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UY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UY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9450A-0A44-B287-8CA0-1BFC5B28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WordArt 3_17">
            <a:extLst>
              <a:ext uri="{FF2B5EF4-FFF2-40B4-BE49-F238E27FC236}">
                <a16:creationId xmlns:a16="http://schemas.microsoft.com/office/drawing/2014/main" id="{95AA5F78-FA6D-EDA9-81C7-70EB78677F88}"/>
              </a:ext>
            </a:extLst>
          </p:cNvPr>
          <p:cNvSpPr/>
          <p:nvPr/>
        </p:nvSpPr>
        <p:spPr>
          <a:xfrm>
            <a:off x="125984" y="7276659"/>
            <a:ext cx="207770" cy="109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15" name="WordArt 3_17">
            <a:extLst>
              <a:ext uri="{FF2B5EF4-FFF2-40B4-BE49-F238E27FC236}">
                <a16:creationId xmlns:a16="http://schemas.microsoft.com/office/drawing/2014/main" id="{2528ED78-8A5D-4AAD-60FA-B2FF0B952B25}"/>
              </a:ext>
            </a:extLst>
          </p:cNvPr>
          <p:cNvSpPr/>
          <p:nvPr/>
        </p:nvSpPr>
        <p:spPr>
          <a:xfrm>
            <a:off x="125984" y="7276659"/>
            <a:ext cx="207770" cy="1094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s-ES"/>
          </a:p>
        </p:txBody>
      </p:sp>
      <p:sp>
        <p:nvSpPr>
          <p:cNvPr id="32" name="1 CuadroTexto_17">
            <a:extLst>
              <a:ext uri="{FF2B5EF4-FFF2-40B4-BE49-F238E27FC236}">
                <a16:creationId xmlns:a16="http://schemas.microsoft.com/office/drawing/2014/main" id="{1E58ACA6-8BB4-251E-A0D8-5AAA857836CA}"/>
              </a:ext>
            </a:extLst>
          </p:cNvPr>
          <p:cNvSpPr/>
          <p:nvPr/>
        </p:nvSpPr>
        <p:spPr>
          <a:xfrm rot="-5400000">
            <a:off x="-582806" y="1858088"/>
            <a:ext cx="280675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800" dirty="0">
                <a:latin typeface="Aptos" panose="020B0004020202020204" pitchFamily="34" charset="0"/>
              </a:rPr>
              <a:t>&lt;&lt;Descripción1&gt;&gt;</a:t>
            </a:r>
            <a:endParaRPr lang="es-UY" sz="1600" spc="-1" dirty="0">
              <a:latin typeface="Aptos" panose="020B0004020202020204" pitchFamily="34" charset="0"/>
            </a:endParaRPr>
          </a:p>
        </p:txBody>
      </p:sp>
      <p:sp>
        <p:nvSpPr>
          <p:cNvPr id="3" name="1 CuadroTexto_17">
            <a:extLst>
              <a:ext uri="{FF2B5EF4-FFF2-40B4-BE49-F238E27FC236}">
                <a16:creationId xmlns:a16="http://schemas.microsoft.com/office/drawing/2014/main" id="{DD4C1223-D48D-CE32-21B6-8ECB8B7203AF}"/>
              </a:ext>
            </a:extLst>
          </p:cNvPr>
          <p:cNvSpPr/>
          <p:nvPr/>
        </p:nvSpPr>
        <p:spPr>
          <a:xfrm rot="16200000">
            <a:off x="1933690" y="1768148"/>
            <a:ext cx="280675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800" dirty="0">
                <a:latin typeface="Aptos" panose="020B0004020202020204" pitchFamily="34" charset="0"/>
              </a:rPr>
              <a:t>&lt;&lt;Descripción2&gt;&gt;</a:t>
            </a:r>
            <a:endParaRPr lang="es-UY" sz="1600" spc="-1" dirty="0">
              <a:latin typeface="Aptos" panose="020B0004020202020204" pitchFamily="34" charset="0"/>
            </a:endParaRPr>
          </a:p>
        </p:txBody>
      </p:sp>
      <p:sp>
        <p:nvSpPr>
          <p:cNvPr id="5" name="1 CuadroTexto_17">
            <a:extLst>
              <a:ext uri="{FF2B5EF4-FFF2-40B4-BE49-F238E27FC236}">
                <a16:creationId xmlns:a16="http://schemas.microsoft.com/office/drawing/2014/main" id="{14B611BB-2029-A871-33B4-5B6D21F94A2D}"/>
              </a:ext>
            </a:extLst>
          </p:cNvPr>
          <p:cNvSpPr/>
          <p:nvPr/>
        </p:nvSpPr>
        <p:spPr>
          <a:xfrm rot="16200000">
            <a:off x="4404224" y="1758073"/>
            <a:ext cx="280675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800" dirty="0">
                <a:latin typeface="Aptos" panose="020B0004020202020204" pitchFamily="34" charset="0"/>
              </a:rPr>
              <a:t>&lt;&lt;Descripción3&gt;&gt;</a:t>
            </a:r>
            <a:endParaRPr lang="es-UY" sz="1600" spc="-1" dirty="0">
              <a:latin typeface="Aptos" panose="020B0004020202020204" pitchFamily="34" charset="0"/>
            </a:endParaRPr>
          </a:p>
        </p:txBody>
      </p:sp>
      <p:sp>
        <p:nvSpPr>
          <p:cNvPr id="7" name="1 CuadroTexto_17">
            <a:extLst>
              <a:ext uri="{FF2B5EF4-FFF2-40B4-BE49-F238E27FC236}">
                <a16:creationId xmlns:a16="http://schemas.microsoft.com/office/drawing/2014/main" id="{8B8BC61A-0F47-7DFD-8791-031600EFDB2B}"/>
              </a:ext>
            </a:extLst>
          </p:cNvPr>
          <p:cNvSpPr/>
          <p:nvPr/>
        </p:nvSpPr>
        <p:spPr>
          <a:xfrm rot="16200000">
            <a:off x="-606926" y="5255135"/>
            <a:ext cx="280675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800" dirty="0">
                <a:latin typeface="Aptos" panose="020B0004020202020204" pitchFamily="34" charset="0"/>
              </a:rPr>
              <a:t>&lt;&lt;Descripción4&gt;&gt;</a:t>
            </a:r>
            <a:endParaRPr lang="es-UY" sz="1600" spc="-1" dirty="0">
              <a:latin typeface="Aptos" panose="020B0004020202020204" pitchFamily="34" charset="0"/>
            </a:endParaRPr>
          </a:p>
        </p:txBody>
      </p:sp>
      <p:sp>
        <p:nvSpPr>
          <p:cNvPr id="9" name="1 CuadroTexto_17">
            <a:extLst>
              <a:ext uri="{FF2B5EF4-FFF2-40B4-BE49-F238E27FC236}">
                <a16:creationId xmlns:a16="http://schemas.microsoft.com/office/drawing/2014/main" id="{BF33AEA4-62A2-2D93-CB9C-D2CC4C7C828D}"/>
              </a:ext>
            </a:extLst>
          </p:cNvPr>
          <p:cNvSpPr/>
          <p:nvPr/>
        </p:nvSpPr>
        <p:spPr>
          <a:xfrm rot="16200000">
            <a:off x="1909570" y="5165195"/>
            <a:ext cx="280675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800" dirty="0">
                <a:latin typeface="Aptos" panose="020B0004020202020204" pitchFamily="34" charset="0"/>
              </a:rPr>
              <a:t>&lt;&lt;Descripción5&gt;&gt;</a:t>
            </a:r>
            <a:endParaRPr lang="es-UY" sz="1600" spc="-1" dirty="0">
              <a:latin typeface="Aptos" panose="020B0004020202020204" pitchFamily="34" charset="0"/>
            </a:endParaRPr>
          </a:p>
        </p:txBody>
      </p:sp>
      <p:sp>
        <p:nvSpPr>
          <p:cNvPr id="11" name="1 CuadroTexto_17">
            <a:extLst>
              <a:ext uri="{FF2B5EF4-FFF2-40B4-BE49-F238E27FC236}">
                <a16:creationId xmlns:a16="http://schemas.microsoft.com/office/drawing/2014/main" id="{DF0888AD-D098-A759-03F3-6EBE6D4C59AE}"/>
              </a:ext>
            </a:extLst>
          </p:cNvPr>
          <p:cNvSpPr/>
          <p:nvPr/>
        </p:nvSpPr>
        <p:spPr>
          <a:xfrm rot="16200000">
            <a:off x="4394392" y="5155120"/>
            <a:ext cx="280675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800" dirty="0">
                <a:latin typeface="Aptos" panose="020B0004020202020204" pitchFamily="34" charset="0"/>
              </a:rPr>
              <a:t>&lt;&lt;Descripción6&gt;&gt;</a:t>
            </a:r>
            <a:endParaRPr lang="es-UY" sz="1600" spc="-1" dirty="0">
              <a:latin typeface="Aptos" panose="020B0004020202020204" pitchFamily="34" charset="0"/>
            </a:endParaRPr>
          </a:p>
        </p:txBody>
      </p:sp>
      <p:sp>
        <p:nvSpPr>
          <p:cNvPr id="13" name="1 CuadroTexto_17">
            <a:extLst>
              <a:ext uri="{FF2B5EF4-FFF2-40B4-BE49-F238E27FC236}">
                <a16:creationId xmlns:a16="http://schemas.microsoft.com/office/drawing/2014/main" id="{DBA28949-6907-8A71-1A02-94BB53DCC6FA}"/>
              </a:ext>
            </a:extLst>
          </p:cNvPr>
          <p:cNvSpPr/>
          <p:nvPr/>
        </p:nvSpPr>
        <p:spPr>
          <a:xfrm rot="16200000">
            <a:off x="-587262" y="8681670"/>
            <a:ext cx="280675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800" dirty="0">
                <a:latin typeface="Aptos" panose="020B0004020202020204" pitchFamily="34" charset="0"/>
              </a:rPr>
              <a:t>&lt;&lt;Descripción7&gt;&gt;</a:t>
            </a:r>
            <a:endParaRPr lang="es-UY" sz="1600" spc="-1" dirty="0">
              <a:latin typeface="Aptos" panose="020B0004020202020204" pitchFamily="34" charset="0"/>
            </a:endParaRPr>
          </a:p>
        </p:txBody>
      </p:sp>
      <p:sp>
        <p:nvSpPr>
          <p:cNvPr id="16" name="1 CuadroTexto_17">
            <a:extLst>
              <a:ext uri="{FF2B5EF4-FFF2-40B4-BE49-F238E27FC236}">
                <a16:creationId xmlns:a16="http://schemas.microsoft.com/office/drawing/2014/main" id="{8F45F140-D2A0-C0D0-538C-0A3942B7776D}"/>
              </a:ext>
            </a:extLst>
          </p:cNvPr>
          <p:cNvSpPr/>
          <p:nvPr/>
        </p:nvSpPr>
        <p:spPr>
          <a:xfrm rot="16200000">
            <a:off x="1929234" y="8591730"/>
            <a:ext cx="280675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800" dirty="0">
                <a:latin typeface="Aptos" panose="020B0004020202020204" pitchFamily="34" charset="0"/>
              </a:rPr>
              <a:t>&lt;&lt;Descripción8&gt;&gt;</a:t>
            </a:r>
            <a:endParaRPr lang="es-UY" sz="1600" spc="-1" dirty="0">
              <a:latin typeface="Aptos" panose="020B0004020202020204" pitchFamily="34" charset="0"/>
            </a:endParaRPr>
          </a:p>
        </p:txBody>
      </p:sp>
      <p:sp>
        <p:nvSpPr>
          <p:cNvPr id="18" name="1 CuadroTexto_17">
            <a:extLst>
              <a:ext uri="{FF2B5EF4-FFF2-40B4-BE49-F238E27FC236}">
                <a16:creationId xmlns:a16="http://schemas.microsoft.com/office/drawing/2014/main" id="{1295D158-41B3-0989-D328-0BD1727AC61F}"/>
              </a:ext>
            </a:extLst>
          </p:cNvPr>
          <p:cNvSpPr/>
          <p:nvPr/>
        </p:nvSpPr>
        <p:spPr>
          <a:xfrm rot="16200000">
            <a:off x="4414056" y="8581655"/>
            <a:ext cx="2806758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ES" sz="1800" dirty="0">
                <a:latin typeface="Aptos" panose="020B0004020202020204" pitchFamily="34" charset="0"/>
              </a:rPr>
              <a:t>&lt;&lt;Descripción9&gt;&gt;</a:t>
            </a:r>
            <a:endParaRPr lang="es-UY" sz="1600" spc="-1" dirty="0">
              <a:latin typeface="Aptos" panose="020B00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D2E44B-ED47-1824-B9A4-1E0F48C29C64}"/>
              </a:ext>
            </a:extLst>
          </p:cNvPr>
          <p:cNvSpPr txBox="1"/>
          <p:nvPr/>
        </p:nvSpPr>
        <p:spPr>
          <a:xfrm rot="16200000">
            <a:off x="-197994" y="7926840"/>
            <a:ext cx="37609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&lt;&lt;Precio1&gt;&gt;</a:t>
            </a:r>
            <a:endParaRPr lang="es-419" sz="5400" dirty="0">
              <a:latin typeface="Impact" panose="020B080603090205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876FF30-E019-3DD4-C5B5-60A0DAD430E4}"/>
              </a:ext>
            </a:extLst>
          </p:cNvPr>
          <p:cNvSpPr txBox="1"/>
          <p:nvPr/>
        </p:nvSpPr>
        <p:spPr>
          <a:xfrm rot="16200000">
            <a:off x="-252185" y="4400290"/>
            <a:ext cx="38443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&lt;&lt;Precio2&gt;&gt;</a:t>
            </a:r>
            <a:endParaRPr lang="es-419" sz="5400" dirty="0">
              <a:latin typeface="Impact" panose="020B080603090205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71A0F33-CC12-D8D7-FEA1-E201045AF9D1}"/>
              </a:ext>
            </a:extLst>
          </p:cNvPr>
          <p:cNvSpPr txBox="1"/>
          <p:nvPr/>
        </p:nvSpPr>
        <p:spPr>
          <a:xfrm rot="16200000">
            <a:off x="-224784" y="1003243"/>
            <a:ext cx="38635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&lt;&lt;Precio3&gt;&gt;</a:t>
            </a:r>
            <a:endParaRPr lang="es-419" sz="5400" dirty="0">
              <a:latin typeface="Impact" panose="020B080603090205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1A3F84B-5110-D038-E283-FBEA783A32E5}"/>
              </a:ext>
            </a:extLst>
          </p:cNvPr>
          <p:cNvSpPr txBox="1"/>
          <p:nvPr/>
        </p:nvSpPr>
        <p:spPr>
          <a:xfrm rot="16200000">
            <a:off x="2325451" y="7926840"/>
            <a:ext cx="38427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&lt;&lt;Precio4&gt;&gt;</a:t>
            </a:r>
            <a:endParaRPr lang="es-419" sz="5400" dirty="0">
              <a:latin typeface="Impact" panose="020B080603090205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5AEEBC6-AE80-70D5-AD9A-5339BA463267}"/>
              </a:ext>
            </a:extLst>
          </p:cNvPr>
          <p:cNvSpPr txBox="1"/>
          <p:nvPr/>
        </p:nvSpPr>
        <p:spPr>
          <a:xfrm rot="16200000">
            <a:off x="2312136" y="4400290"/>
            <a:ext cx="38443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&lt;&lt;Precio5&gt;&gt;</a:t>
            </a:r>
            <a:endParaRPr lang="es-419" sz="5400" dirty="0">
              <a:latin typeface="Impact" panose="020B080603090205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27E077D-FD8B-CBEE-8A34-082307556901}"/>
              </a:ext>
            </a:extLst>
          </p:cNvPr>
          <p:cNvSpPr txBox="1"/>
          <p:nvPr/>
        </p:nvSpPr>
        <p:spPr>
          <a:xfrm rot="16200000">
            <a:off x="2339537" y="1003243"/>
            <a:ext cx="38635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&lt;&lt;Precio6&gt;&gt;</a:t>
            </a:r>
            <a:endParaRPr lang="es-419" sz="5400" dirty="0">
              <a:latin typeface="Impact" panose="020B080603090205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BF800D6-47F2-4435-B44B-A8AEDC6A251B}"/>
              </a:ext>
            </a:extLst>
          </p:cNvPr>
          <p:cNvSpPr txBox="1"/>
          <p:nvPr/>
        </p:nvSpPr>
        <p:spPr>
          <a:xfrm rot="16200000">
            <a:off x="4850784" y="7967717"/>
            <a:ext cx="37609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&lt;&lt;Precio7&gt;&gt;</a:t>
            </a:r>
            <a:endParaRPr lang="es-419" sz="5400" dirty="0">
              <a:latin typeface="Impact" panose="020B080603090205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F70F83E-1E49-4A72-4CFC-FBA0BDB48634}"/>
              </a:ext>
            </a:extLst>
          </p:cNvPr>
          <p:cNvSpPr txBox="1"/>
          <p:nvPr/>
        </p:nvSpPr>
        <p:spPr>
          <a:xfrm rot="16200000">
            <a:off x="4796593" y="4441167"/>
            <a:ext cx="38443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&lt;&lt;Precio8&gt;&gt;</a:t>
            </a:r>
            <a:endParaRPr lang="es-419" sz="5400" dirty="0">
              <a:latin typeface="Impact" panose="020B080603090205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DAAD7D0-0759-1E30-3332-D364D41EF101}"/>
              </a:ext>
            </a:extLst>
          </p:cNvPr>
          <p:cNvSpPr txBox="1"/>
          <p:nvPr/>
        </p:nvSpPr>
        <p:spPr>
          <a:xfrm rot="16200000">
            <a:off x="4823994" y="1044120"/>
            <a:ext cx="38635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>
                <a:latin typeface="Impact" panose="020B0806030902050204" pitchFamily="34" charset="0"/>
              </a:rPr>
              <a:t>&lt;&lt;Precio9&gt;&gt;</a:t>
            </a:r>
            <a:endParaRPr lang="es-419" sz="54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880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23748</TotalTime>
  <Words>110</Words>
  <Application>Microsoft Office PowerPoint</Application>
  <PresentationFormat>Custom</PresentationFormat>
  <Paragraphs>38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subject/>
  <dc:creator>Servidor</dc:creator>
  <dc:description/>
  <cp:lastModifiedBy>Valentina González</cp:lastModifiedBy>
  <cp:revision>736</cp:revision>
  <cp:lastPrinted>2025-06-13T10:09:59Z</cp:lastPrinted>
  <dcterms:created xsi:type="dcterms:W3CDTF">2019-06-21T13:11:10Z</dcterms:created>
  <dcterms:modified xsi:type="dcterms:W3CDTF">2026-05-22T15:59:42Z</dcterms:modified>
  <dc:language>es-UY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41</vt:r8>
  </property>
  <property fmtid="{D5CDD505-2E9C-101B-9397-08002B2CF9AE}" pid="3" name="PresentationFormat">
    <vt:lpwstr>Personalizado</vt:lpwstr>
  </property>
  <property fmtid="{D5CDD505-2E9C-101B-9397-08002B2CF9AE}" pid="4" name="Slides">
    <vt:r8>41</vt:r8>
  </property>
</Properties>
</file>