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1659" r:id="rId2"/>
  </p:sldIdLst>
  <p:sldSz cx="7559675" cy="10691813"/>
  <p:notesSz cx="6888163" cy="10018713"/>
  <p:defaultTextStyle>
    <a:defPPr>
      <a:defRPr lang="es-ES"/>
    </a:defPPr>
    <a:lvl1pPr marL="0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1pPr>
    <a:lvl2pPr marL="492633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2pPr>
    <a:lvl3pPr marL="985266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3pPr>
    <a:lvl4pPr marL="1477899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4pPr>
    <a:lvl5pPr marL="1970532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5pPr>
    <a:lvl6pPr marL="2463165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6pPr>
    <a:lvl7pPr marL="2955798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7pPr>
    <a:lvl8pPr marL="3448431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8pPr>
    <a:lvl9pPr marL="3941064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20" userDrawn="1">
          <p15:clr>
            <a:srgbClr val="A4A3A4"/>
          </p15:clr>
        </p15:guide>
        <p15:guide id="2" pos="24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5B88C-4CB4-BFE0-F397-FC5759D84931}" v="1" dt="2026-05-22T15:59:07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417" autoAdjust="0"/>
  </p:normalViewPr>
  <p:slideViewPr>
    <p:cSldViewPr snapToGrid="0">
      <p:cViewPr varScale="1">
        <p:scale>
          <a:sx n="51" d="100"/>
          <a:sy n="51" d="100"/>
        </p:scale>
        <p:origin x="2371" y="48"/>
      </p:cViewPr>
      <p:guideLst>
        <p:guide orient="horz" pos="3320"/>
        <p:guide pos="24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812800"/>
            <a:ext cx="2835275" cy="400843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UY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UY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UY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s-UY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s-UY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B2FECDFE-B94B-48A7-BE26-77B0E625E473}" type="slidenum">
              <a:rPr lang="es-UY" sz="1400" b="0" strike="noStrike" spc="-1">
                <a:latin typeface="Times New Roman"/>
              </a:rPr>
              <a:t>‹#›</a:t>
            </a:fld>
            <a:endParaRPr lang="es-UY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1pPr>
    <a:lvl2pPr marL="492633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2pPr>
    <a:lvl3pPr marL="985266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3pPr>
    <a:lvl4pPr marL="1477899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4pPr>
    <a:lvl5pPr marL="1970532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5pPr>
    <a:lvl6pPr marL="2463165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6pPr>
    <a:lvl7pPr marL="2955798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7pPr>
    <a:lvl8pPr marL="3448431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8pPr>
    <a:lvl9pPr marL="3941064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DC2BD-BC4F-5DC4-86DF-98ADBEBA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A7C3355A-C671-35CF-5423-FC9F09622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4550" y="750888"/>
            <a:ext cx="2641600" cy="3740150"/>
          </a:xfrm>
          <a:prstGeom prst="rect">
            <a:avLst/>
          </a:prstGeom>
        </p:spPr>
      </p:sp>
      <p:sp>
        <p:nvSpPr>
          <p:cNvPr id="122" name="PlaceHolder 2">
            <a:extLst>
              <a:ext uri="{FF2B5EF4-FFF2-40B4-BE49-F238E27FC236}">
                <a16:creationId xmlns:a16="http://schemas.microsoft.com/office/drawing/2014/main" id="{1600E753-75D2-82D2-7DC4-F04FF39FF7C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8680" y="4758840"/>
            <a:ext cx="5493960" cy="4491720"/>
          </a:xfrm>
          <a:prstGeom prst="rect">
            <a:avLst/>
          </a:prstGeom>
        </p:spPr>
        <p:txBody>
          <a:bodyPr lIns="97200" tIns="48600" rIns="97200" bIns="48600">
            <a:normAutofit/>
          </a:bodyPr>
          <a:lstStyle/>
          <a:p>
            <a:endParaRPr lang="es-UY" sz="2000" b="0" strike="noStrike" spc="-1">
              <a:latin typeface="Arial"/>
            </a:endParaRPr>
          </a:p>
        </p:txBody>
      </p:sp>
      <p:sp>
        <p:nvSpPr>
          <p:cNvPr id="123" name="3 Marcador de número de diapositiva_17">
            <a:extLst>
              <a:ext uri="{FF2B5EF4-FFF2-40B4-BE49-F238E27FC236}">
                <a16:creationId xmlns:a16="http://schemas.microsoft.com/office/drawing/2014/main" id="{D1D40C84-F2C6-EAF4-2EAF-1404F6AA8910}"/>
              </a:ext>
            </a:extLst>
          </p:cNvPr>
          <p:cNvSpPr/>
          <p:nvPr/>
        </p:nvSpPr>
        <p:spPr>
          <a:xfrm>
            <a:off x="3901680" y="9515880"/>
            <a:ext cx="296820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7200" tIns="48600" rIns="97200" bIns="48600" anchor="b">
            <a:noAutofit/>
          </a:bodyPr>
          <a:lstStyle/>
          <a:p>
            <a:pPr algn="r">
              <a:lnSpc>
                <a:spcPct val="100000"/>
              </a:lnSpc>
            </a:pPr>
            <a:fld id="{36F52160-8889-4F8E-8CAE-EB570F0E5648}" type="slidenum">
              <a:rPr lang="es-UY" sz="13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s-UY" sz="13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808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377785" y="426500"/>
            <a:ext cx="6803311" cy="82757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3863966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77785" y="5740766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3863966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678228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978671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377785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2678228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4978671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UY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UY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UY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C45E-BB38-A1F1-31B2-B0D2E811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WordArt 3_17">
            <a:extLst>
              <a:ext uri="{FF2B5EF4-FFF2-40B4-BE49-F238E27FC236}">
                <a16:creationId xmlns:a16="http://schemas.microsoft.com/office/drawing/2014/main" id="{FDC43379-8D5B-B176-C7D1-BC362918F758}"/>
              </a:ext>
            </a:extLst>
          </p:cNvPr>
          <p:cNvSpPr/>
          <p:nvPr/>
        </p:nvSpPr>
        <p:spPr>
          <a:xfrm>
            <a:off x="475037" y="7865954"/>
            <a:ext cx="226440" cy="19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48" name="1 CuadroTexto_17">
            <a:extLst>
              <a:ext uri="{FF2B5EF4-FFF2-40B4-BE49-F238E27FC236}">
                <a16:creationId xmlns:a16="http://schemas.microsoft.com/office/drawing/2014/main" id="{9591206F-6302-30CC-37AB-D0A50266C004}"/>
              </a:ext>
            </a:extLst>
          </p:cNvPr>
          <p:cNvSpPr/>
          <p:nvPr/>
        </p:nvSpPr>
        <p:spPr>
          <a:xfrm>
            <a:off x="904294" y="7768514"/>
            <a:ext cx="5737232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3200" dirty="0">
                <a:latin typeface="Aptos" panose="020B0004020202020204" pitchFamily="34" charset="0"/>
              </a:rPr>
              <a:t>&lt;&lt;Descripción1&gt;&gt;</a:t>
            </a:r>
            <a:endParaRPr lang="es-UY" sz="2800" spc="-1" dirty="0">
              <a:latin typeface="Aptos" panose="020B0004020202020204" pitchFamily="34" charset="0"/>
            </a:endParaRPr>
          </a:p>
        </p:txBody>
      </p:sp>
      <p:sp>
        <p:nvSpPr>
          <p:cNvPr id="52" name="CuadroTexto 2_48">
            <a:extLst>
              <a:ext uri="{FF2B5EF4-FFF2-40B4-BE49-F238E27FC236}">
                <a16:creationId xmlns:a16="http://schemas.microsoft.com/office/drawing/2014/main" id="{04C75720-F9C7-7798-9AD0-3E9A34B36D54}"/>
              </a:ext>
            </a:extLst>
          </p:cNvPr>
          <p:cNvSpPr/>
          <p:nvPr/>
        </p:nvSpPr>
        <p:spPr>
          <a:xfrm>
            <a:off x="1093269" y="9236370"/>
            <a:ext cx="5486400" cy="389422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dirty="0">
                <a:latin typeface="Aptos" panose="020B0004020202020204" pitchFamily="34" charset="0"/>
              </a:rPr>
              <a:t>&lt;&lt;Aclaracion1&gt;&gt;</a:t>
            </a:r>
            <a:endParaRPr lang="es-UY" spc="-1" dirty="0">
              <a:latin typeface="Aptos" panose="020B0004020202020204" pitchFamily="34" charset="0"/>
            </a:endParaRPr>
          </a:p>
        </p:txBody>
      </p:sp>
      <p:sp>
        <p:nvSpPr>
          <p:cNvPr id="2" name="CuadroTexto 2_48">
            <a:extLst>
              <a:ext uri="{FF2B5EF4-FFF2-40B4-BE49-F238E27FC236}">
                <a16:creationId xmlns:a16="http://schemas.microsoft.com/office/drawing/2014/main" id="{A5B69B39-5F04-54C8-584E-4CFC49781AF3}"/>
              </a:ext>
            </a:extLst>
          </p:cNvPr>
          <p:cNvSpPr/>
          <p:nvPr/>
        </p:nvSpPr>
        <p:spPr>
          <a:xfrm>
            <a:off x="1093269" y="9635026"/>
            <a:ext cx="5486400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1400" dirty="0">
                <a:latin typeface="Aptos" panose="020B0004020202020204" pitchFamily="34" charset="0"/>
              </a:rPr>
              <a:t>&lt;&lt;OtraAclaracion1&gt;&gt;</a:t>
            </a:r>
            <a:endParaRPr lang="es-UY" sz="1400" spc="-1" dirty="0">
              <a:latin typeface="Aptos" panose="020B0004020202020204" pitchFamily="34" charset="0"/>
            </a:endParaRPr>
          </a:p>
        </p:txBody>
      </p:sp>
      <p:sp>
        <p:nvSpPr>
          <p:cNvPr id="4" name="1 CuadroTexto_17">
            <a:extLst>
              <a:ext uri="{FF2B5EF4-FFF2-40B4-BE49-F238E27FC236}">
                <a16:creationId xmlns:a16="http://schemas.microsoft.com/office/drawing/2014/main" id="{E46C2B21-4232-2E73-4804-4920BD536233}"/>
              </a:ext>
            </a:extLst>
          </p:cNvPr>
          <p:cNvSpPr/>
          <p:nvPr/>
        </p:nvSpPr>
        <p:spPr>
          <a:xfrm>
            <a:off x="1998482" y="2539716"/>
            <a:ext cx="4643044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8800" b="1" dirty="0">
                <a:latin typeface="Impact" panose="020B0806030902050204" pitchFamily="34" charset="0"/>
              </a:rPr>
              <a:t>&lt;&lt;P1&gt;&gt;</a:t>
            </a:r>
            <a:endParaRPr lang="es-UY" sz="8000" b="1" spc="-1" dirty="0">
              <a:latin typeface="Impact" panose="020B0806030902050204" pitchFamily="34" charset="0"/>
            </a:endParaRPr>
          </a:p>
        </p:txBody>
      </p:sp>
      <p:sp>
        <p:nvSpPr>
          <p:cNvPr id="5" name="CuadroTexto 2_48">
            <a:extLst>
              <a:ext uri="{FF2B5EF4-FFF2-40B4-BE49-F238E27FC236}">
                <a16:creationId xmlns:a16="http://schemas.microsoft.com/office/drawing/2014/main" id="{1EA3C577-4807-269F-90FC-255878E0B8F1}"/>
              </a:ext>
            </a:extLst>
          </p:cNvPr>
          <p:cNvSpPr/>
          <p:nvPr/>
        </p:nvSpPr>
        <p:spPr>
          <a:xfrm>
            <a:off x="1093269" y="2386482"/>
            <a:ext cx="5486400" cy="275545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s-ES" sz="1200" dirty="0">
                <a:latin typeface="Aptos" panose="020B0004020202020204" pitchFamily="34" charset="0"/>
              </a:rPr>
              <a:t>&lt;&lt;Vigencia1&gt;&gt;</a:t>
            </a:r>
            <a:endParaRPr lang="es-UY" sz="1200" spc="-1" dirty="0">
              <a:latin typeface="Aptos" panose="020B0004020202020204" pitchFamily="34" charset="0"/>
            </a:endParaRPr>
          </a:p>
        </p:txBody>
      </p:sp>
      <p:sp>
        <p:nvSpPr>
          <p:cNvPr id="9" name="CuadroTexto 2_48">
            <a:extLst>
              <a:ext uri="{FF2B5EF4-FFF2-40B4-BE49-F238E27FC236}">
                <a16:creationId xmlns:a16="http://schemas.microsoft.com/office/drawing/2014/main" id="{1D78B2B8-0AF1-3027-A356-71C6BC0C9110}"/>
              </a:ext>
            </a:extLst>
          </p:cNvPr>
          <p:cNvSpPr/>
          <p:nvPr/>
        </p:nvSpPr>
        <p:spPr>
          <a:xfrm>
            <a:off x="603629" y="7390512"/>
            <a:ext cx="6369306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400" b="1" dirty="0">
                <a:latin typeface="Aptos" panose="020B0004020202020204" pitchFamily="34" charset="0"/>
              </a:rPr>
              <a:t>&lt;&lt;Mecanica1&gt;&gt;</a:t>
            </a:r>
            <a:endParaRPr lang="es-UY" sz="1400" b="1" spc="-1" dirty="0">
              <a:latin typeface="Aptos" panose="020B0004020202020204" pitchFamily="34" charset="0"/>
            </a:endParaRPr>
          </a:p>
        </p:txBody>
      </p:sp>
      <p:sp>
        <p:nvSpPr>
          <p:cNvPr id="3" name="CuadroTexto 2_48">
            <a:extLst>
              <a:ext uri="{FF2B5EF4-FFF2-40B4-BE49-F238E27FC236}">
                <a16:creationId xmlns:a16="http://schemas.microsoft.com/office/drawing/2014/main" id="{758C979F-C028-6841-6DDA-B4BBA4664817}"/>
              </a:ext>
            </a:extLst>
          </p:cNvPr>
          <p:cNvSpPr/>
          <p:nvPr/>
        </p:nvSpPr>
        <p:spPr>
          <a:xfrm>
            <a:off x="4899407" y="7071413"/>
            <a:ext cx="2058613" cy="306323"/>
          </a:xfrm>
          <a:prstGeom prst="rect">
            <a:avLst/>
          </a:prstGeom>
          <a:noFill/>
          <a:ln w="324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400" b="1" dirty="0">
                <a:latin typeface="Aptos" panose="020B0004020202020204" pitchFamily="34" charset="0"/>
              </a:rPr>
              <a:t>&lt;&lt;UnidadMedida1&gt;&gt;</a:t>
            </a:r>
            <a:endParaRPr lang="es-UY" sz="1400" b="1" spc="-1" dirty="0"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6AC83F-FF92-1138-7DF7-C8A41F6D7581}"/>
              </a:ext>
            </a:extLst>
          </p:cNvPr>
          <p:cNvSpPr txBox="1"/>
          <p:nvPr/>
        </p:nvSpPr>
        <p:spPr>
          <a:xfrm>
            <a:off x="338881" y="3762358"/>
            <a:ext cx="1117966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600" dirty="0">
                <a:latin typeface="Impact" panose="020B0806030902050204" pitchFamily="34" charset="0"/>
              </a:rPr>
              <a:t>&lt;&lt;Precio1&gt;&gt;</a:t>
            </a:r>
            <a:endParaRPr lang="es-419" sz="16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67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23707</TotalTime>
  <Words>50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subject/>
  <dc:creator>Servidor</dc:creator>
  <dc:description/>
  <cp:lastModifiedBy>Valentina González</cp:lastModifiedBy>
  <cp:revision>734</cp:revision>
  <cp:lastPrinted>2025-06-13T10:09:59Z</cp:lastPrinted>
  <dcterms:created xsi:type="dcterms:W3CDTF">2019-06-21T13:11:10Z</dcterms:created>
  <dcterms:modified xsi:type="dcterms:W3CDTF">2026-05-22T15:59:21Z</dcterms:modified>
  <dc:language>es-UY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41</vt:r8>
  </property>
  <property fmtid="{D5CDD505-2E9C-101B-9397-08002B2CF9AE}" pid="3" name="PresentationFormat">
    <vt:lpwstr>Personalizado</vt:lpwstr>
  </property>
  <property fmtid="{D5CDD505-2E9C-101B-9397-08002B2CF9AE}" pid="4" name="Slides">
    <vt:r8>41</vt:r8>
  </property>
</Properties>
</file>