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038"/>
    <a:srgbClr val="E43C2A"/>
    <a:srgbClr val="02466C"/>
    <a:srgbClr val="72B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D7C56-87C8-1DEB-47A0-D50BE41E3C4D}" v="3" dt="2026-05-26T14:15:08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80"/>
    <p:restoredTop sz="97020"/>
  </p:normalViewPr>
  <p:slideViewPr>
    <p:cSldViewPr snapToGrid="0" snapToObjects="1">
      <p:cViewPr varScale="1">
        <p:scale>
          <a:sx n="102" d="100"/>
          <a:sy n="102" d="100"/>
        </p:scale>
        <p:origin x="3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CED7C56-87C8-1DEB-47A0-D50BE41E3C4D}"/>
    <pc:docChg chg="modSld">
      <pc:chgData name="" userId="" providerId="" clId="Web-{DCED7C56-87C8-1DEB-47A0-D50BE41E3C4D}" dt="2026-05-26T14:15:08.363" v="2" actId="20577"/>
      <pc:docMkLst>
        <pc:docMk/>
      </pc:docMkLst>
      <pc:sldChg chg="modSp">
        <pc:chgData name="" userId="" providerId="" clId="Web-{DCED7C56-87C8-1DEB-47A0-D50BE41E3C4D}" dt="2026-05-26T14:15:08.363" v="2" actId="20577"/>
        <pc:sldMkLst>
          <pc:docMk/>
          <pc:sldMk cId="2786456549" sldId="274"/>
        </pc:sldMkLst>
        <pc:spChg chg="mod">
          <ac:chgData name="" userId="" providerId="" clId="Web-{DCED7C56-87C8-1DEB-47A0-D50BE41E3C4D}" dt="2026-05-26T14:15:08.363" v="2" actId="20577"/>
          <ac:spMkLst>
            <pc:docMk/>
            <pc:sldMk cId="2786456549" sldId="274"/>
            <ac:spMk id="7" creationId="{7FD38B32-7F35-D929-DDD4-00DD695D2BE7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  <a:prstGeom prst="rect">
            <a:avLst/>
          </a:prstGeo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0061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003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  <a:prstGeom prst="rect">
            <a:avLst/>
          </a:prstGeom>
        </p:spPr>
        <p:txBody>
          <a:bodyPr anchor="b"/>
          <a:lstStyle>
            <a:lvl1pPr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47006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2569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161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9682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3782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4810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8151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1403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8748402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5AF01A9-306B-62D4-DCC6-3CBF132F9B1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57"/>
            <a:ext cx="7560140" cy="106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8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&lt;&lt;DIA&gt;&gt;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EBE12C7-2C35-CF5D-BFD6-7DD9BD8FAB6B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&lt;&lt;Precio&gt;&gt;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F28F705-6C0D-71C7-FDA9-42D8862DEE3C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05E5236D-55B5-2CE4-392F-EE08B9D73872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&lt;&lt;DIA&gt;&gt;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08F65A72-FC53-D2FC-A3DD-33562228B459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&lt;&lt;Precio&gt;&gt;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&lt;&lt;DIA&gt;&gt;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FFD9B6-3CF8-A8D0-2E48-CA702E572008}"/>
              </a:ext>
            </a:extLst>
          </p:cNvPr>
          <p:cNvSpPr txBox="1"/>
          <p:nvPr/>
        </p:nvSpPr>
        <p:spPr>
          <a:xfrm>
            <a:off x="3776867" y="66256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&lt;&lt;Aclaracion&gt;&gt;</a:t>
            </a:r>
            <a:endParaRPr lang="es-UY" sz="140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3241ED5-FDB2-48A4-4E27-BA7696865493}"/>
              </a:ext>
            </a:extLst>
          </p:cNvPr>
          <p:cNvSpPr txBox="1">
            <a:spLocks/>
          </p:cNvSpPr>
          <p:nvPr/>
        </p:nvSpPr>
        <p:spPr>
          <a:xfrm>
            <a:off x="248924" y="8888989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&lt;&lt;Descripcion&gt;&gt;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240CA17-61B6-523B-2FAA-F1F79724E03C}"/>
              </a:ext>
            </a:extLst>
          </p:cNvPr>
          <p:cNvSpPr txBox="1">
            <a:spLocks/>
          </p:cNvSpPr>
          <p:nvPr/>
        </p:nvSpPr>
        <p:spPr>
          <a:xfrm>
            <a:off x="487460" y="1756963"/>
            <a:ext cx="3050869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&lt;&lt;Descripcion&gt;&gt;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FD38B32-7F35-D929-DDD4-00DD695D2BE7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>
                <a:solidFill>
                  <a:srgbClr val="E43C2A"/>
                </a:solidFill>
                <a:latin typeface="Calibri"/>
                <a:ea typeface="Calibri"/>
                <a:cs typeface="Calibri"/>
              </a:rPr>
              <a:t>&lt;&lt;Precio&gt;&gt;</a:t>
            </a:r>
            <a:endParaRPr lang="es-UY" sz="14000" b="1">
              <a:solidFill>
                <a:srgbClr val="E43C2A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A649076-6D3B-4DE1-E6E9-6E614D41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993" y="7570731"/>
            <a:ext cx="1114688" cy="111468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E0039C4-1A3F-C1F2-22C4-7498C6C56D47}"/>
              </a:ext>
            </a:extLst>
          </p:cNvPr>
          <p:cNvSpPr txBox="1"/>
          <p:nvPr/>
        </p:nvSpPr>
        <p:spPr>
          <a:xfrm>
            <a:off x="3776867" y="10116726"/>
            <a:ext cx="37828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&lt;&lt;Aclaracion&gt;&gt;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E835575F-3F26-06A8-9023-C66297B82E4C}"/>
              </a:ext>
            </a:extLst>
          </p:cNvPr>
          <p:cNvSpPr txBox="1">
            <a:spLocks/>
          </p:cNvSpPr>
          <p:nvPr/>
        </p:nvSpPr>
        <p:spPr>
          <a:xfrm>
            <a:off x="242982" y="5307681"/>
            <a:ext cx="3533885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&lt;&lt;Descripcion&gt;&gt;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FDE829-E3F7-ABC6-387F-4A9B45FA4F7D}"/>
              </a:ext>
            </a:extLst>
          </p:cNvPr>
          <p:cNvSpPr txBox="1"/>
          <p:nvPr/>
        </p:nvSpPr>
        <p:spPr>
          <a:xfrm>
            <a:off x="3776867" y="3068289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&lt;&lt;Aclaracion&gt;&gt;</a:t>
            </a:r>
            <a:endParaRPr lang="es-UY" sz="1400" dirty="0"/>
          </a:p>
        </p:txBody>
      </p:sp>
    </p:spTree>
    <p:extLst>
      <p:ext uri="{BB962C8B-B14F-4D97-AF65-F5344CB8AC3E}">
        <p14:creationId xmlns:p14="http://schemas.microsoft.com/office/powerpoint/2010/main" val="2786456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</TotalTime>
  <Words>335</Words>
  <Application>Microsoft Office PowerPoint</Application>
  <PresentationFormat>Personalizado</PresentationFormat>
  <Paragraphs>99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LUNES</dc:title>
  <dc:creator>Publicis Impetu</dc:creator>
  <cp:lastModifiedBy>Publicis Impetu</cp:lastModifiedBy>
  <cp:revision>43</cp:revision>
  <dcterms:created xsi:type="dcterms:W3CDTF">2022-06-03T12:58:51Z</dcterms:created>
  <dcterms:modified xsi:type="dcterms:W3CDTF">2026-05-26T14:15:16Z</dcterms:modified>
</cp:coreProperties>
</file>