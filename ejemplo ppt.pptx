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77" r:id="rId3"/>
    <p:sldId id="267" r:id="rId4"/>
    <p:sldId id="278" r:id="rId5"/>
    <p:sldId id="279" r:id="rId6"/>
    <p:sldId id="280" r:id="rId7"/>
    <p:sldId id="281" r:id="rId8"/>
    <p:sldId id="282" r:id="rId9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038"/>
    <a:srgbClr val="E43C2A"/>
    <a:srgbClr val="02466C"/>
    <a:srgbClr val="72B2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ED7C56-87C8-1DEB-47A0-D50BE41E3C4D}" v="3" dt="2026-05-26T14:15:08.3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80"/>
    <p:restoredTop sz="97020"/>
  </p:normalViewPr>
  <p:slideViewPr>
    <p:cSldViewPr snapToGrid="0" snapToObjects="1">
      <p:cViewPr varScale="1">
        <p:scale>
          <a:sx n="102" d="100"/>
          <a:sy n="102" d="100"/>
        </p:scale>
        <p:origin x="3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DCED7C56-87C8-1DEB-47A0-D50BE41E3C4D}"/>
    <pc:docChg chg="modSld">
      <pc:chgData name="" userId="" providerId="" clId="Web-{DCED7C56-87C8-1DEB-47A0-D50BE41E3C4D}" dt="2026-05-26T14:15:08.363" v="2" actId="20577"/>
      <pc:docMkLst>
        <pc:docMk/>
      </pc:docMkLst>
      <pc:sldChg chg="modSp">
        <pc:chgData name="" userId="" providerId="" clId="Web-{DCED7C56-87C8-1DEB-47A0-D50BE41E3C4D}" dt="2026-05-26T14:15:08.363" v="2" actId="20577"/>
        <pc:sldMkLst>
          <pc:docMk/>
          <pc:sldMk cId="2786456549" sldId="274"/>
        </pc:sldMkLst>
        <pc:spChg chg="mod">
          <ac:chgData name="" userId="" providerId="" clId="Web-{DCED7C56-87C8-1DEB-47A0-D50BE41E3C4D}" dt="2026-05-26T14:15:08.363" v="2" actId="20577"/>
          <ac:spMkLst>
            <pc:docMk/>
            <pc:sldMk cId="2786456549" sldId="274"/>
            <ac:spMk id="7" creationId="{7FD38B32-7F35-D929-DDD4-00DD695D2BE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  <a:prstGeom prst="rect">
            <a:avLst/>
          </a:prstGeo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00616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10038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  <a:prstGeom prst="rect">
            <a:avLst/>
          </a:prstGeom>
        </p:spPr>
        <p:txBody>
          <a:bodyPr anchor="b"/>
          <a:lstStyle>
            <a:lvl1pPr>
              <a:defRPr sz="496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470065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925697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2161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96825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137824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  <a:prstGeom prst="rect">
            <a:avLst/>
          </a:prstGeom>
        </p:spPr>
        <p:txBody>
          <a:bodyPr anchor="b"/>
          <a:lstStyle>
            <a:lvl1pPr>
              <a:defRPr sz="2645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  <a:prstGeom prst="rect">
            <a:avLst/>
          </a:prstGeo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148100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  <a:prstGeom prst="rect">
            <a:avLst/>
          </a:prstGeom>
        </p:spPr>
        <p:txBody>
          <a:bodyPr anchor="b"/>
          <a:lstStyle>
            <a:lvl1pPr>
              <a:defRPr sz="2645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981512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914038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  <a:prstGeom prst="rect">
            <a:avLst/>
          </a:prstGeo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874840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5AF01A9-306B-62D4-DCC6-3CBF132F9B1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57"/>
            <a:ext cx="7560140" cy="1069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487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9A0F146-CF81-E6CF-0885-0443C536ED0E}"/>
              </a:ext>
            </a:extLst>
          </p:cNvPr>
          <p:cNvSpPr/>
          <p:nvPr/>
        </p:nvSpPr>
        <p:spPr>
          <a:xfrm>
            <a:off x="129651" y="5155102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01913BC4-919C-3A09-FF87-301E835045BE}"/>
              </a:ext>
            </a:extLst>
          </p:cNvPr>
          <p:cNvSpPr txBox="1">
            <a:spLocks/>
          </p:cNvSpPr>
          <p:nvPr/>
        </p:nvSpPr>
        <p:spPr>
          <a:xfrm>
            <a:off x="553721" y="4671757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MARTES 2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2EBE12C7-2C35-CF5D-BFD6-7DD9BD8FAB6B}"/>
              </a:ext>
            </a:extLst>
          </p:cNvPr>
          <p:cNvSpPr txBox="1">
            <a:spLocks/>
          </p:cNvSpPr>
          <p:nvPr/>
        </p:nvSpPr>
        <p:spPr>
          <a:xfrm>
            <a:off x="3782808" y="6379036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199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F28F705-6C0D-71C7-FDA9-42D8862DEE3C}"/>
              </a:ext>
            </a:extLst>
          </p:cNvPr>
          <p:cNvSpPr/>
          <p:nvPr/>
        </p:nvSpPr>
        <p:spPr>
          <a:xfrm>
            <a:off x="129651" y="8746440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05E5236D-55B5-2CE4-392F-EE08B9D73872}"/>
              </a:ext>
            </a:extLst>
          </p:cNvPr>
          <p:cNvSpPr txBox="1">
            <a:spLocks/>
          </p:cNvSpPr>
          <p:nvPr/>
        </p:nvSpPr>
        <p:spPr>
          <a:xfrm>
            <a:off x="553721" y="8263095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MIÉRCOLES 3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08F65A72-FC53-D2FC-A3DD-33562228B459}"/>
              </a:ext>
            </a:extLst>
          </p:cNvPr>
          <p:cNvSpPr txBox="1">
            <a:spLocks/>
          </p:cNvSpPr>
          <p:nvPr/>
        </p:nvSpPr>
        <p:spPr>
          <a:xfrm>
            <a:off x="3782808" y="9970374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199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6C9BC2C-0ECD-4598-59B4-EEDB0D94781E}"/>
              </a:ext>
            </a:extLst>
          </p:cNvPr>
          <p:cNvSpPr/>
          <p:nvPr/>
        </p:nvSpPr>
        <p:spPr>
          <a:xfrm>
            <a:off x="129651" y="1604384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A702D7E-7582-1375-863B-3E1D97D96B2C}"/>
              </a:ext>
            </a:extLst>
          </p:cNvPr>
          <p:cNvSpPr txBox="1">
            <a:spLocks/>
          </p:cNvSpPr>
          <p:nvPr/>
        </p:nvSpPr>
        <p:spPr>
          <a:xfrm>
            <a:off x="553721" y="1121039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LUNES 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FFD9B6-3CF8-A8D0-2E48-CA702E572008}"/>
              </a:ext>
            </a:extLst>
          </p:cNvPr>
          <p:cNvSpPr txBox="1"/>
          <p:nvPr/>
        </p:nvSpPr>
        <p:spPr>
          <a:xfrm>
            <a:off x="3776867" y="6625681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Descuento aplicado en caja.</a:t>
            </a:r>
            <a:endParaRPr lang="es-UY" sz="140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73241ED5-FDB2-48A4-4E27-BA7696865493}"/>
              </a:ext>
            </a:extLst>
          </p:cNvPr>
          <p:cNvSpPr txBox="1">
            <a:spLocks/>
          </p:cNvSpPr>
          <p:nvPr/>
        </p:nvSpPr>
        <p:spPr>
          <a:xfrm>
            <a:off x="248924" y="8888989"/>
            <a:ext cx="3527944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RAVIOLES CON</a:t>
            </a:r>
          </a:p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SALSA CARUSO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240CA17-61B6-523B-2FAA-F1F79724E03C}"/>
              </a:ext>
            </a:extLst>
          </p:cNvPr>
          <p:cNvSpPr txBox="1">
            <a:spLocks/>
          </p:cNvSpPr>
          <p:nvPr/>
        </p:nvSpPr>
        <p:spPr>
          <a:xfrm>
            <a:off x="487460" y="1756963"/>
            <a:ext cx="3050869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STROGONOFF DE POLLO CON ARROZ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FD38B32-7F35-D929-DDD4-00DD695D2BE7}"/>
              </a:ext>
            </a:extLst>
          </p:cNvPr>
          <p:cNvSpPr txBox="1">
            <a:spLocks/>
          </p:cNvSpPr>
          <p:nvPr/>
        </p:nvSpPr>
        <p:spPr>
          <a:xfrm>
            <a:off x="3782808" y="2828318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>
                <a:solidFill>
                  <a:srgbClr val="E43C2A"/>
                </a:solidFill>
                <a:latin typeface="Calibri"/>
                <a:ea typeface="Calibri"/>
                <a:cs typeface="Calibri"/>
              </a:rPr>
              <a:t>$P1</a:t>
            </a:r>
            <a:endParaRPr lang="es-UY" sz="14000" b="1">
              <a:solidFill>
                <a:srgbClr val="E43C2A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A649076-6D3B-4DE1-E6E9-6E614D41B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993" y="7570731"/>
            <a:ext cx="1114688" cy="1114688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1E0039C4-1A3F-C1F2-22C4-7498C6C56D47}"/>
              </a:ext>
            </a:extLst>
          </p:cNvPr>
          <p:cNvSpPr txBox="1"/>
          <p:nvPr/>
        </p:nvSpPr>
        <p:spPr>
          <a:xfrm>
            <a:off x="3776867" y="10116726"/>
            <a:ext cx="378280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300" b="0" i="0" u="none" strike="noStrike" dirty="0">
                <a:solidFill>
                  <a:srgbClr val="292A2E"/>
                </a:solidFill>
                <a:effectLst/>
                <a:latin typeface="Atlassian Sans"/>
              </a:rPr>
              <a:t>Precio final con el 30% ya aplicado.</a:t>
            </a:r>
          </a:p>
          <a:p>
            <a:pPr algn="ctr"/>
            <a:r>
              <a:rPr lang="es-UY" sz="1300" b="0" i="0" u="none" strike="noStrike" dirty="0">
                <a:solidFill>
                  <a:srgbClr val="292A2E"/>
                </a:solidFill>
                <a:effectLst/>
                <a:latin typeface="Atlassian Sans"/>
              </a:rPr>
              <a:t>Descuento aplicado en caja.</a:t>
            </a:r>
            <a:endParaRPr lang="es-UY" sz="1300" dirty="0"/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E835575F-3F26-06A8-9023-C66297B82E4C}"/>
              </a:ext>
            </a:extLst>
          </p:cNvPr>
          <p:cNvSpPr txBox="1">
            <a:spLocks/>
          </p:cNvSpPr>
          <p:nvPr/>
        </p:nvSpPr>
        <p:spPr>
          <a:xfrm>
            <a:off x="242982" y="5307681"/>
            <a:ext cx="3533885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FELIPE JAMÓN Y QUESO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5FDE829-E3F7-ABC6-387F-4A9B45FA4F7D}"/>
              </a:ext>
            </a:extLst>
          </p:cNvPr>
          <p:cNvSpPr txBox="1"/>
          <p:nvPr/>
        </p:nvSpPr>
        <p:spPr>
          <a:xfrm>
            <a:off x="3776867" y="3068289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Descuento aplicado en caja.</a:t>
            </a:r>
            <a:endParaRPr lang="es-UY" sz="1400" dirty="0"/>
          </a:p>
        </p:txBody>
      </p:sp>
    </p:spTree>
    <p:extLst>
      <p:ext uri="{BB962C8B-B14F-4D97-AF65-F5344CB8AC3E}">
        <p14:creationId xmlns:p14="http://schemas.microsoft.com/office/powerpoint/2010/main" val="2786456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9A0F146-CF81-E6CF-0885-0443C536ED0E}"/>
              </a:ext>
            </a:extLst>
          </p:cNvPr>
          <p:cNvSpPr/>
          <p:nvPr/>
        </p:nvSpPr>
        <p:spPr>
          <a:xfrm>
            <a:off x="129651" y="5155102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01913BC4-919C-3A09-FF87-301E835045BE}"/>
              </a:ext>
            </a:extLst>
          </p:cNvPr>
          <p:cNvSpPr txBox="1">
            <a:spLocks/>
          </p:cNvSpPr>
          <p:nvPr/>
        </p:nvSpPr>
        <p:spPr>
          <a:xfrm>
            <a:off x="553721" y="4671757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VIERNES 5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F28F705-6C0D-71C7-FDA9-42D8862DEE3C}"/>
              </a:ext>
            </a:extLst>
          </p:cNvPr>
          <p:cNvSpPr/>
          <p:nvPr/>
        </p:nvSpPr>
        <p:spPr>
          <a:xfrm>
            <a:off x="129651" y="8746440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05E5236D-55B5-2CE4-392F-EE08B9D73872}"/>
              </a:ext>
            </a:extLst>
          </p:cNvPr>
          <p:cNvSpPr txBox="1">
            <a:spLocks/>
          </p:cNvSpPr>
          <p:nvPr/>
        </p:nvSpPr>
        <p:spPr>
          <a:xfrm>
            <a:off x="553721" y="8263095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LUNES 8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6C9BC2C-0ECD-4598-59B4-EEDB0D94781E}"/>
              </a:ext>
            </a:extLst>
          </p:cNvPr>
          <p:cNvSpPr/>
          <p:nvPr/>
        </p:nvSpPr>
        <p:spPr>
          <a:xfrm>
            <a:off x="129651" y="1604384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A702D7E-7582-1375-863B-3E1D97D96B2C}"/>
              </a:ext>
            </a:extLst>
          </p:cNvPr>
          <p:cNvSpPr txBox="1">
            <a:spLocks/>
          </p:cNvSpPr>
          <p:nvPr/>
        </p:nvSpPr>
        <p:spPr>
          <a:xfrm>
            <a:off x="553721" y="1121039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JUEVES 4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4EFF4D41-0743-9538-DEE5-C905AA0C5BA4}"/>
              </a:ext>
            </a:extLst>
          </p:cNvPr>
          <p:cNvSpPr txBox="1">
            <a:spLocks/>
          </p:cNvSpPr>
          <p:nvPr/>
        </p:nvSpPr>
        <p:spPr>
          <a:xfrm>
            <a:off x="3782808" y="2828318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249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BDF7F8A-1975-DF31-D4A7-D1A82F4F1173}"/>
              </a:ext>
            </a:extLst>
          </p:cNvPr>
          <p:cNvSpPr txBox="1"/>
          <p:nvPr/>
        </p:nvSpPr>
        <p:spPr>
          <a:xfrm>
            <a:off x="3776867" y="3074761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Descuento aplicado en caja.</a:t>
            </a:r>
            <a:endParaRPr lang="es-UY" sz="140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49824696-D7CF-9412-C1F1-1624E5201BE7}"/>
              </a:ext>
            </a:extLst>
          </p:cNvPr>
          <p:cNvSpPr txBox="1">
            <a:spLocks/>
          </p:cNvSpPr>
          <p:nvPr/>
        </p:nvSpPr>
        <p:spPr>
          <a:xfrm>
            <a:off x="248924" y="8852451"/>
            <a:ext cx="3527944" cy="15808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1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TARTA DE ZAPALLITOS INDIVIDUAL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2F7B29D-FFFB-EF13-15F8-5F7179A2B3F6}"/>
              </a:ext>
            </a:extLst>
          </p:cNvPr>
          <p:cNvSpPr txBox="1">
            <a:spLocks/>
          </p:cNvSpPr>
          <p:nvPr/>
        </p:nvSpPr>
        <p:spPr>
          <a:xfrm>
            <a:off x="248924" y="1756963"/>
            <a:ext cx="3527944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MILANESA DE</a:t>
            </a:r>
          </a:p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POLLO CON PURÉ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96315875-FE82-621A-56ED-161ADAE164E0}"/>
              </a:ext>
            </a:extLst>
          </p:cNvPr>
          <p:cNvSpPr txBox="1">
            <a:spLocks/>
          </p:cNvSpPr>
          <p:nvPr/>
        </p:nvSpPr>
        <p:spPr>
          <a:xfrm>
            <a:off x="248924" y="5307681"/>
            <a:ext cx="3527944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FEIJOADA CON ARROZ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DC86D30B-097B-C7C2-1B7E-2A0F4A4A9255}"/>
              </a:ext>
            </a:extLst>
          </p:cNvPr>
          <p:cNvSpPr txBox="1">
            <a:spLocks/>
          </p:cNvSpPr>
          <p:nvPr/>
        </p:nvSpPr>
        <p:spPr>
          <a:xfrm>
            <a:off x="3782808" y="6379036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215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8C3D99B-ED73-E51C-A85C-0CBD9E0BA9DD}"/>
              </a:ext>
            </a:extLst>
          </p:cNvPr>
          <p:cNvSpPr txBox="1"/>
          <p:nvPr/>
        </p:nvSpPr>
        <p:spPr>
          <a:xfrm>
            <a:off x="3776867" y="6625681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Descuento aplicado en caja.</a:t>
            </a:r>
            <a:endParaRPr lang="es-UY" sz="1400" dirty="0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9825B79F-919C-4207-4FC0-428AFEC8D4AD}"/>
              </a:ext>
            </a:extLst>
          </p:cNvPr>
          <p:cNvSpPr txBox="1">
            <a:spLocks/>
          </p:cNvSpPr>
          <p:nvPr/>
        </p:nvSpPr>
        <p:spPr>
          <a:xfrm>
            <a:off x="3782808" y="9970374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239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90F4963-D5B1-DBD5-CA2C-877817D5267B}"/>
              </a:ext>
            </a:extLst>
          </p:cNvPr>
          <p:cNvSpPr txBox="1"/>
          <p:nvPr/>
        </p:nvSpPr>
        <p:spPr>
          <a:xfrm>
            <a:off x="3776867" y="10245702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Descuento aplicado en caja.</a:t>
            </a:r>
            <a:endParaRPr lang="es-UY" sz="1400" dirty="0"/>
          </a:p>
        </p:txBody>
      </p:sp>
    </p:spTree>
    <p:extLst>
      <p:ext uri="{BB962C8B-B14F-4D97-AF65-F5344CB8AC3E}">
        <p14:creationId xmlns:p14="http://schemas.microsoft.com/office/powerpoint/2010/main" val="45462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9A0F146-CF81-E6CF-0885-0443C536ED0E}"/>
              </a:ext>
            </a:extLst>
          </p:cNvPr>
          <p:cNvSpPr/>
          <p:nvPr/>
        </p:nvSpPr>
        <p:spPr>
          <a:xfrm>
            <a:off x="129651" y="5155102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DDDC4D58-905A-8002-662E-6080B396114B}"/>
              </a:ext>
            </a:extLst>
          </p:cNvPr>
          <p:cNvSpPr txBox="1">
            <a:spLocks/>
          </p:cNvSpPr>
          <p:nvPr/>
        </p:nvSpPr>
        <p:spPr>
          <a:xfrm>
            <a:off x="487460" y="5307681"/>
            <a:ext cx="3050869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SPAGHETTI CON ALBÓNDIGAS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01913BC4-919C-3A09-FF87-301E835045BE}"/>
              </a:ext>
            </a:extLst>
          </p:cNvPr>
          <p:cNvSpPr txBox="1">
            <a:spLocks/>
          </p:cNvSpPr>
          <p:nvPr/>
        </p:nvSpPr>
        <p:spPr>
          <a:xfrm>
            <a:off x="553721" y="4671757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MIÉRCOLES 10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2EBE12C7-2C35-CF5D-BFD6-7DD9BD8FAB6B}"/>
              </a:ext>
            </a:extLst>
          </p:cNvPr>
          <p:cNvSpPr txBox="1">
            <a:spLocks/>
          </p:cNvSpPr>
          <p:nvPr/>
        </p:nvSpPr>
        <p:spPr>
          <a:xfrm>
            <a:off x="3782808" y="6379036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6C9BC2C-0ECD-4598-59B4-EEDB0D94781E}"/>
              </a:ext>
            </a:extLst>
          </p:cNvPr>
          <p:cNvSpPr/>
          <p:nvPr/>
        </p:nvSpPr>
        <p:spPr>
          <a:xfrm>
            <a:off x="129651" y="1604384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A702D7E-7582-1375-863B-3E1D97D96B2C}"/>
              </a:ext>
            </a:extLst>
          </p:cNvPr>
          <p:cNvSpPr txBox="1">
            <a:spLocks/>
          </p:cNvSpPr>
          <p:nvPr/>
        </p:nvSpPr>
        <p:spPr>
          <a:xfrm>
            <a:off x="553721" y="1121039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MARTES 9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BDF7F8A-1975-DF31-D4A7-D1A82F4F1173}"/>
              </a:ext>
            </a:extLst>
          </p:cNvPr>
          <p:cNvSpPr txBox="1"/>
          <p:nvPr/>
        </p:nvSpPr>
        <p:spPr>
          <a:xfrm>
            <a:off x="3776867" y="3074761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Descuento aplicado en caja.</a:t>
            </a:r>
            <a:endParaRPr lang="es-UY" sz="1400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CACDBD4-229F-1730-DD0D-D15A5E9A12C9}"/>
              </a:ext>
            </a:extLst>
          </p:cNvPr>
          <p:cNvSpPr txBox="1">
            <a:spLocks/>
          </p:cNvSpPr>
          <p:nvPr/>
        </p:nvSpPr>
        <p:spPr>
          <a:xfrm>
            <a:off x="248924" y="1756963"/>
            <a:ext cx="3527944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MUSLO DE POLLO CON RUSA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4822BC27-1552-43FF-4690-65F3429438E2}"/>
              </a:ext>
            </a:extLst>
          </p:cNvPr>
          <p:cNvSpPr txBox="1">
            <a:spLocks/>
          </p:cNvSpPr>
          <p:nvPr/>
        </p:nvSpPr>
        <p:spPr>
          <a:xfrm>
            <a:off x="3782808" y="2828318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229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F0D0D08-E31E-2F83-41FB-597EE6D34FBA}"/>
              </a:ext>
            </a:extLst>
          </p:cNvPr>
          <p:cNvSpPr/>
          <p:nvPr/>
        </p:nvSpPr>
        <p:spPr>
          <a:xfrm>
            <a:off x="129651" y="8746440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C2BFDCE5-F486-07B7-8AC2-F04F1281E82F}"/>
              </a:ext>
            </a:extLst>
          </p:cNvPr>
          <p:cNvSpPr txBox="1">
            <a:spLocks/>
          </p:cNvSpPr>
          <p:nvPr/>
        </p:nvSpPr>
        <p:spPr>
          <a:xfrm>
            <a:off x="553721" y="8263095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JUEVES 11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5FCACE19-E6ED-3254-ABCE-14D9AF184984}"/>
              </a:ext>
            </a:extLst>
          </p:cNvPr>
          <p:cNvSpPr txBox="1">
            <a:spLocks/>
          </p:cNvSpPr>
          <p:nvPr/>
        </p:nvSpPr>
        <p:spPr>
          <a:xfrm>
            <a:off x="3782808" y="9970374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159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53E9375-F337-9BA6-8246-3DFE9CFB6EDB}"/>
              </a:ext>
            </a:extLst>
          </p:cNvPr>
          <p:cNvSpPr txBox="1"/>
          <p:nvPr/>
        </p:nvSpPr>
        <p:spPr>
          <a:xfrm>
            <a:off x="3776867" y="10207081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Descuento aplicado en caja.</a:t>
            </a:r>
            <a:endParaRPr lang="es-UY" sz="1400" dirty="0"/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F032E4C9-4016-9BC2-A964-2484611E3C66}"/>
              </a:ext>
            </a:extLst>
          </p:cNvPr>
          <p:cNvSpPr txBox="1">
            <a:spLocks/>
          </p:cNvSpPr>
          <p:nvPr/>
        </p:nvSpPr>
        <p:spPr>
          <a:xfrm>
            <a:off x="248924" y="8888989"/>
            <a:ext cx="3527944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ENSALADA </a:t>
            </a:r>
          </a:p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BALANCE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2076A6A-C11D-3B2C-5B65-CF8B0CC2F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993" y="3851747"/>
            <a:ext cx="1114688" cy="111468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7EA823D-F87A-6384-1D16-63B9118D6D13}"/>
              </a:ext>
            </a:extLst>
          </p:cNvPr>
          <p:cNvSpPr txBox="1"/>
          <p:nvPr/>
        </p:nvSpPr>
        <p:spPr>
          <a:xfrm>
            <a:off x="3776867" y="6501772"/>
            <a:ext cx="378280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300" b="0" i="0" u="none" strike="noStrike" dirty="0">
                <a:solidFill>
                  <a:srgbClr val="292A2E"/>
                </a:solidFill>
                <a:effectLst/>
                <a:latin typeface="Atlassian Sans"/>
              </a:rPr>
              <a:t>Precio final con el 30% ya aplicado.</a:t>
            </a:r>
          </a:p>
          <a:p>
            <a:pPr algn="ctr"/>
            <a:r>
              <a:rPr lang="es-UY" sz="1300" b="0" i="0" u="none" strike="noStrike" dirty="0">
                <a:solidFill>
                  <a:srgbClr val="292A2E"/>
                </a:solidFill>
                <a:effectLst/>
                <a:latin typeface="Atlassian Sans"/>
              </a:rPr>
              <a:t>Descuento aplicado en caja.</a:t>
            </a:r>
            <a:endParaRPr lang="es-UY" sz="1300" dirty="0"/>
          </a:p>
        </p:txBody>
      </p:sp>
    </p:spTree>
    <p:extLst>
      <p:ext uri="{BB962C8B-B14F-4D97-AF65-F5344CB8AC3E}">
        <p14:creationId xmlns:p14="http://schemas.microsoft.com/office/powerpoint/2010/main" val="1542741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9A0F146-CF81-E6CF-0885-0443C536ED0E}"/>
              </a:ext>
            </a:extLst>
          </p:cNvPr>
          <p:cNvSpPr/>
          <p:nvPr/>
        </p:nvSpPr>
        <p:spPr>
          <a:xfrm>
            <a:off x="129651" y="5155102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DDDC4D58-905A-8002-662E-6080B396114B}"/>
              </a:ext>
            </a:extLst>
          </p:cNvPr>
          <p:cNvSpPr txBox="1">
            <a:spLocks/>
          </p:cNvSpPr>
          <p:nvPr/>
        </p:nvSpPr>
        <p:spPr>
          <a:xfrm>
            <a:off x="437356" y="5307681"/>
            <a:ext cx="3159756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GUISITO DE CARNE CON ARVEJAS Y ARROZ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01913BC4-919C-3A09-FF87-301E835045BE}"/>
              </a:ext>
            </a:extLst>
          </p:cNvPr>
          <p:cNvSpPr txBox="1">
            <a:spLocks/>
          </p:cNvSpPr>
          <p:nvPr/>
        </p:nvSpPr>
        <p:spPr>
          <a:xfrm>
            <a:off x="553721" y="4671757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LUNES 15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2EBE12C7-2C35-CF5D-BFD6-7DD9BD8FAB6B}"/>
              </a:ext>
            </a:extLst>
          </p:cNvPr>
          <p:cNvSpPr txBox="1">
            <a:spLocks/>
          </p:cNvSpPr>
          <p:nvPr/>
        </p:nvSpPr>
        <p:spPr>
          <a:xfrm>
            <a:off x="3782808" y="6379036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299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6C9BC2C-0ECD-4598-59B4-EEDB0D94781E}"/>
              </a:ext>
            </a:extLst>
          </p:cNvPr>
          <p:cNvSpPr/>
          <p:nvPr/>
        </p:nvSpPr>
        <p:spPr>
          <a:xfrm>
            <a:off x="129651" y="1604384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A702D7E-7582-1375-863B-3E1D97D96B2C}"/>
              </a:ext>
            </a:extLst>
          </p:cNvPr>
          <p:cNvSpPr txBox="1">
            <a:spLocks/>
          </p:cNvSpPr>
          <p:nvPr/>
        </p:nvSpPr>
        <p:spPr>
          <a:xfrm>
            <a:off x="553721" y="1121039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VIERNES 12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BDF7F8A-1975-DF31-D4A7-D1A82F4F1173}"/>
              </a:ext>
            </a:extLst>
          </p:cNvPr>
          <p:cNvSpPr txBox="1"/>
          <p:nvPr/>
        </p:nvSpPr>
        <p:spPr>
          <a:xfrm>
            <a:off x="3776867" y="3074761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Descuento aplicado en caja.</a:t>
            </a:r>
            <a:endParaRPr lang="es-UY" sz="1400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CACDBD4-229F-1730-DD0D-D15A5E9A12C9}"/>
              </a:ext>
            </a:extLst>
          </p:cNvPr>
          <p:cNvSpPr txBox="1">
            <a:spLocks/>
          </p:cNvSpPr>
          <p:nvPr/>
        </p:nvSpPr>
        <p:spPr>
          <a:xfrm>
            <a:off x="248924" y="1756963"/>
            <a:ext cx="3527944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TORTA DE POLLO INDIVIDUAL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4822BC27-1552-43FF-4690-65F3429438E2}"/>
              </a:ext>
            </a:extLst>
          </p:cNvPr>
          <p:cNvSpPr txBox="1">
            <a:spLocks/>
          </p:cNvSpPr>
          <p:nvPr/>
        </p:nvSpPr>
        <p:spPr>
          <a:xfrm>
            <a:off x="3782808" y="2828318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239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F0D0D08-E31E-2F83-41FB-597EE6D34FBA}"/>
              </a:ext>
            </a:extLst>
          </p:cNvPr>
          <p:cNvSpPr/>
          <p:nvPr/>
        </p:nvSpPr>
        <p:spPr>
          <a:xfrm>
            <a:off x="129651" y="8746440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C2BFDCE5-F486-07B7-8AC2-F04F1281E82F}"/>
              </a:ext>
            </a:extLst>
          </p:cNvPr>
          <p:cNvSpPr txBox="1">
            <a:spLocks/>
          </p:cNvSpPr>
          <p:nvPr/>
        </p:nvSpPr>
        <p:spPr>
          <a:xfrm>
            <a:off x="553721" y="8263095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MARTES 16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5FCACE19-E6ED-3254-ABCE-14D9AF184984}"/>
              </a:ext>
            </a:extLst>
          </p:cNvPr>
          <p:cNvSpPr txBox="1">
            <a:spLocks/>
          </p:cNvSpPr>
          <p:nvPr/>
        </p:nvSpPr>
        <p:spPr>
          <a:xfrm>
            <a:off x="3782808" y="9970374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219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53E9375-F337-9BA6-8246-3DFE9CFB6EDB}"/>
              </a:ext>
            </a:extLst>
          </p:cNvPr>
          <p:cNvSpPr txBox="1"/>
          <p:nvPr/>
        </p:nvSpPr>
        <p:spPr>
          <a:xfrm>
            <a:off x="3776867" y="10207081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Descuento aplicado en caja.</a:t>
            </a:r>
            <a:endParaRPr lang="es-UY" sz="1400" dirty="0"/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F032E4C9-4016-9BC2-A964-2484611E3C66}"/>
              </a:ext>
            </a:extLst>
          </p:cNvPr>
          <p:cNvSpPr txBox="1">
            <a:spLocks/>
          </p:cNvSpPr>
          <p:nvPr/>
        </p:nvSpPr>
        <p:spPr>
          <a:xfrm>
            <a:off x="248924" y="8888989"/>
            <a:ext cx="3527944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ALBÓNDIGAS </a:t>
            </a:r>
          </a:p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 ARROZ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C3CC33-BC36-22CD-953A-6FFBFADF6A04}"/>
              </a:ext>
            </a:extLst>
          </p:cNvPr>
          <p:cNvSpPr txBox="1"/>
          <p:nvPr/>
        </p:nvSpPr>
        <p:spPr>
          <a:xfrm>
            <a:off x="3776867" y="6612111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Descuento aplicado en caja.</a:t>
            </a:r>
            <a:endParaRPr lang="es-UY" sz="1400" dirty="0"/>
          </a:p>
        </p:txBody>
      </p:sp>
    </p:spTree>
    <p:extLst>
      <p:ext uri="{BB962C8B-B14F-4D97-AF65-F5344CB8AC3E}">
        <p14:creationId xmlns:p14="http://schemas.microsoft.com/office/powerpoint/2010/main" val="3145015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9A0F146-CF81-E6CF-0885-0443C536ED0E}"/>
              </a:ext>
            </a:extLst>
          </p:cNvPr>
          <p:cNvSpPr/>
          <p:nvPr/>
        </p:nvSpPr>
        <p:spPr>
          <a:xfrm>
            <a:off x="129651" y="5155102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DDDC4D58-905A-8002-662E-6080B396114B}"/>
              </a:ext>
            </a:extLst>
          </p:cNvPr>
          <p:cNvSpPr txBox="1">
            <a:spLocks/>
          </p:cNvSpPr>
          <p:nvPr/>
        </p:nvSpPr>
        <p:spPr>
          <a:xfrm>
            <a:off x="449882" y="5307681"/>
            <a:ext cx="3159756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POLLO ARROLLADO CON ENSALADA RUSA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01913BC4-919C-3A09-FF87-301E835045BE}"/>
              </a:ext>
            </a:extLst>
          </p:cNvPr>
          <p:cNvSpPr txBox="1">
            <a:spLocks/>
          </p:cNvSpPr>
          <p:nvPr/>
        </p:nvSpPr>
        <p:spPr>
          <a:xfrm>
            <a:off x="553721" y="4671757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JUEVES 18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2EBE12C7-2C35-CF5D-BFD6-7DD9BD8FAB6B}"/>
              </a:ext>
            </a:extLst>
          </p:cNvPr>
          <p:cNvSpPr txBox="1">
            <a:spLocks/>
          </p:cNvSpPr>
          <p:nvPr/>
        </p:nvSpPr>
        <p:spPr>
          <a:xfrm>
            <a:off x="3782808" y="6379036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285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6C9BC2C-0ECD-4598-59B4-EEDB0D94781E}"/>
              </a:ext>
            </a:extLst>
          </p:cNvPr>
          <p:cNvSpPr/>
          <p:nvPr/>
        </p:nvSpPr>
        <p:spPr>
          <a:xfrm>
            <a:off x="129651" y="1604384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A702D7E-7582-1375-863B-3E1D97D96B2C}"/>
              </a:ext>
            </a:extLst>
          </p:cNvPr>
          <p:cNvSpPr txBox="1">
            <a:spLocks/>
          </p:cNvSpPr>
          <p:nvPr/>
        </p:nvSpPr>
        <p:spPr>
          <a:xfrm>
            <a:off x="553721" y="1121039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MIÉRCOLES 17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FFD9B6-3CF8-A8D0-2E48-CA702E572008}"/>
              </a:ext>
            </a:extLst>
          </p:cNvPr>
          <p:cNvSpPr txBox="1"/>
          <p:nvPr/>
        </p:nvSpPr>
        <p:spPr>
          <a:xfrm>
            <a:off x="3776867" y="6625681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Descuento aplicado en caja.</a:t>
            </a:r>
            <a:endParaRPr lang="es-UY" sz="1400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CACDBD4-229F-1730-DD0D-D15A5E9A12C9}"/>
              </a:ext>
            </a:extLst>
          </p:cNvPr>
          <p:cNvSpPr txBox="1">
            <a:spLocks/>
          </p:cNvSpPr>
          <p:nvPr/>
        </p:nvSpPr>
        <p:spPr>
          <a:xfrm>
            <a:off x="248924" y="1756963"/>
            <a:ext cx="3527944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RAVIOLES CON</a:t>
            </a:r>
          </a:p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TUCO DE CARNE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4822BC27-1552-43FF-4690-65F3429438E2}"/>
              </a:ext>
            </a:extLst>
          </p:cNvPr>
          <p:cNvSpPr txBox="1">
            <a:spLocks/>
          </p:cNvSpPr>
          <p:nvPr/>
        </p:nvSpPr>
        <p:spPr>
          <a:xfrm>
            <a:off x="3782808" y="2828318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259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F0D0D08-E31E-2F83-41FB-597EE6D34FBA}"/>
              </a:ext>
            </a:extLst>
          </p:cNvPr>
          <p:cNvSpPr/>
          <p:nvPr/>
        </p:nvSpPr>
        <p:spPr>
          <a:xfrm>
            <a:off x="129651" y="8746440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C2BFDCE5-F486-07B7-8AC2-F04F1281E82F}"/>
              </a:ext>
            </a:extLst>
          </p:cNvPr>
          <p:cNvSpPr txBox="1">
            <a:spLocks/>
          </p:cNvSpPr>
          <p:nvPr/>
        </p:nvSpPr>
        <p:spPr>
          <a:xfrm>
            <a:off x="553721" y="8263095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VIERNES 19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5FCACE19-E6ED-3254-ABCE-14D9AF184984}"/>
              </a:ext>
            </a:extLst>
          </p:cNvPr>
          <p:cNvSpPr txBox="1">
            <a:spLocks/>
          </p:cNvSpPr>
          <p:nvPr/>
        </p:nvSpPr>
        <p:spPr>
          <a:xfrm>
            <a:off x="3782808" y="9970374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199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53E9375-F337-9BA6-8246-3DFE9CFB6EDB}"/>
              </a:ext>
            </a:extLst>
          </p:cNvPr>
          <p:cNvSpPr txBox="1"/>
          <p:nvPr/>
        </p:nvSpPr>
        <p:spPr>
          <a:xfrm>
            <a:off x="3776867" y="10207081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Descuento aplicado en caja.</a:t>
            </a:r>
            <a:endParaRPr lang="es-UY" sz="1400" dirty="0"/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F032E4C9-4016-9BC2-A964-2484611E3C66}"/>
              </a:ext>
            </a:extLst>
          </p:cNvPr>
          <p:cNvSpPr txBox="1">
            <a:spLocks/>
          </p:cNvSpPr>
          <p:nvPr/>
        </p:nvSpPr>
        <p:spPr>
          <a:xfrm>
            <a:off x="248924" y="8888989"/>
            <a:ext cx="3527944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CAZUELA DE LENTEJAS CON ARROZ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F865A96-BDC6-AE2E-FFDA-9411791C5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993" y="305552"/>
            <a:ext cx="1114688" cy="111468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8767829-0F47-9717-3DD3-B470EA672551}"/>
              </a:ext>
            </a:extLst>
          </p:cNvPr>
          <p:cNvSpPr txBox="1"/>
          <p:nvPr/>
        </p:nvSpPr>
        <p:spPr>
          <a:xfrm>
            <a:off x="3776867" y="2955577"/>
            <a:ext cx="378280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300" b="0" i="0" u="none" strike="noStrike" dirty="0">
                <a:solidFill>
                  <a:srgbClr val="292A2E"/>
                </a:solidFill>
                <a:effectLst/>
                <a:latin typeface="Atlassian Sans"/>
              </a:rPr>
              <a:t>Precio final con el 30% ya aplicado.</a:t>
            </a:r>
          </a:p>
          <a:p>
            <a:pPr algn="ctr"/>
            <a:r>
              <a:rPr lang="es-UY" sz="1300" b="0" i="0" u="none" strike="noStrike" dirty="0">
                <a:solidFill>
                  <a:srgbClr val="292A2E"/>
                </a:solidFill>
                <a:effectLst/>
                <a:latin typeface="Atlassian Sans"/>
              </a:rPr>
              <a:t>Descuento aplicado en caja.</a:t>
            </a:r>
            <a:endParaRPr lang="es-UY" sz="1300" dirty="0"/>
          </a:p>
        </p:txBody>
      </p:sp>
    </p:spTree>
    <p:extLst>
      <p:ext uri="{BB962C8B-B14F-4D97-AF65-F5344CB8AC3E}">
        <p14:creationId xmlns:p14="http://schemas.microsoft.com/office/powerpoint/2010/main" val="4134485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9A0F146-CF81-E6CF-0885-0443C536ED0E}"/>
              </a:ext>
            </a:extLst>
          </p:cNvPr>
          <p:cNvSpPr/>
          <p:nvPr/>
        </p:nvSpPr>
        <p:spPr>
          <a:xfrm>
            <a:off x="129651" y="5155102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DDDC4D58-905A-8002-662E-6080B396114B}"/>
              </a:ext>
            </a:extLst>
          </p:cNvPr>
          <p:cNvSpPr txBox="1">
            <a:spLocks/>
          </p:cNvSpPr>
          <p:nvPr/>
        </p:nvSpPr>
        <p:spPr>
          <a:xfrm>
            <a:off x="447704" y="5307681"/>
            <a:ext cx="3159756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MILANESA DE CARNE CON PURÉ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01913BC4-919C-3A09-FF87-301E835045BE}"/>
              </a:ext>
            </a:extLst>
          </p:cNvPr>
          <p:cNvSpPr txBox="1">
            <a:spLocks/>
          </p:cNvSpPr>
          <p:nvPr/>
        </p:nvSpPr>
        <p:spPr>
          <a:xfrm>
            <a:off x="553721" y="4671757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MARTES 23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2EBE12C7-2C35-CF5D-BFD6-7DD9BD8FAB6B}"/>
              </a:ext>
            </a:extLst>
          </p:cNvPr>
          <p:cNvSpPr txBox="1">
            <a:spLocks/>
          </p:cNvSpPr>
          <p:nvPr/>
        </p:nvSpPr>
        <p:spPr>
          <a:xfrm>
            <a:off x="3782808" y="6379036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6C9BC2C-0ECD-4598-59B4-EEDB0D94781E}"/>
              </a:ext>
            </a:extLst>
          </p:cNvPr>
          <p:cNvSpPr/>
          <p:nvPr/>
        </p:nvSpPr>
        <p:spPr>
          <a:xfrm>
            <a:off x="129651" y="1604384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A702D7E-7582-1375-863B-3E1D97D96B2C}"/>
              </a:ext>
            </a:extLst>
          </p:cNvPr>
          <p:cNvSpPr txBox="1">
            <a:spLocks/>
          </p:cNvSpPr>
          <p:nvPr/>
        </p:nvSpPr>
        <p:spPr>
          <a:xfrm>
            <a:off x="553721" y="1121039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LUNES 22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FFD9B6-3CF8-A8D0-2E48-CA702E572008}"/>
              </a:ext>
            </a:extLst>
          </p:cNvPr>
          <p:cNvSpPr txBox="1"/>
          <p:nvPr/>
        </p:nvSpPr>
        <p:spPr>
          <a:xfrm>
            <a:off x="3776867" y="6625681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Descuento aplicado en caja.</a:t>
            </a:r>
            <a:endParaRPr lang="es-UY" sz="1400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CACDBD4-229F-1730-DD0D-D15A5E9A12C9}"/>
              </a:ext>
            </a:extLst>
          </p:cNvPr>
          <p:cNvSpPr txBox="1">
            <a:spLocks/>
          </p:cNvSpPr>
          <p:nvPr/>
        </p:nvSpPr>
        <p:spPr>
          <a:xfrm>
            <a:off x="248924" y="1756963"/>
            <a:ext cx="3527944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PASTEL DE POLLO</a:t>
            </a:r>
          </a:p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Y CALABAZA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4822BC27-1552-43FF-4690-65F3429438E2}"/>
              </a:ext>
            </a:extLst>
          </p:cNvPr>
          <p:cNvSpPr txBox="1">
            <a:spLocks/>
          </p:cNvSpPr>
          <p:nvPr/>
        </p:nvSpPr>
        <p:spPr>
          <a:xfrm>
            <a:off x="3782808" y="2828318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279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F0D0D08-E31E-2F83-41FB-597EE6D34FBA}"/>
              </a:ext>
            </a:extLst>
          </p:cNvPr>
          <p:cNvSpPr/>
          <p:nvPr/>
        </p:nvSpPr>
        <p:spPr>
          <a:xfrm>
            <a:off x="129651" y="8746440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C2BFDCE5-F486-07B7-8AC2-F04F1281E82F}"/>
              </a:ext>
            </a:extLst>
          </p:cNvPr>
          <p:cNvSpPr txBox="1">
            <a:spLocks/>
          </p:cNvSpPr>
          <p:nvPr/>
        </p:nvSpPr>
        <p:spPr>
          <a:xfrm>
            <a:off x="553721" y="8263095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MIÉRCOLES 24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5FCACE19-E6ED-3254-ABCE-14D9AF184984}"/>
              </a:ext>
            </a:extLst>
          </p:cNvPr>
          <p:cNvSpPr txBox="1">
            <a:spLocks/>
          </p:cNvSpPr>
          <p:nvPr/>
        </p:nvSpPr>
        <p:spPr>
          <a:xfrm>
            <a:off x="3782808" y="9970374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215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F032E4C9-4016-9BC2-A964-2484611E3C66}"/>
              </a:ext>
            </a:extLst>
          </p:cNvPr>
          <p:cNvSpPr txBox="1">
            <a:spLocks/>
          </p:cNvSpPr>
          <p:nvPr/>
        </p:nvSpPr>
        <p:spPr>
          <a:xfrm>
            <a:off x="248924" y="8888989"/>
            <a:ext cx="3527944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LASAGNA CARNE Y JYQ CON MASA VERDE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4B08A0B-70A4-4E97-E536-35723A81AF2C}"/>
              </a:ext>
            </a:extLst>
          </p:cNvPr>
          <p:cNvSpPr txBox="1"/>
          <p:nvPr/>
        </p:nvSpPr>
        <p:spPr>
          <a:xfrm>
            <a:off x="3776867" y="3055763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Descuento aplicado en caja.</a:t>
            </a:r>
            <a:endParaRPr lang="es-UY" sz="14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A7426CA-42ED-702F-9B27-959D23F4A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993" y="7415791"/>
            <a:ext cx="1114688" cy="111468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F223869-9641-F9DC-F27A-F25080F18A00}"/>
              </a:ext>
            </a:extLst>
          </p:cNvPr>
          <p:cNvSpPr txBox="1"/>
          <p:nvPr/>
        </p:nvSpPr>
        <p:spPr>
          <a:xfrm>
            <a:off x="3776867" y="10065816"/>
            <a:ext cx="378280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300" b="0" i="0" u="none" strike="noStrike" dirty="0">
                <a:solidFill>
                  <a:srgbClr val="292A2E"/>
                </a:solidFill>
                <a:effectLst/>
                <a:latin typeface="Atlassian Sans"/>
              </a:rPr>
              <a:t>Precio final con el 30% ya aplicado.</a:t>
            </a:r>
          </a:p>
          <a:p>
            <a:pPr algn="ctr"/>
            <a:r>
              <a:rPr lang="es-UY" sz="1300" b="0" i="0" u="none" strike="noStrike" dirty="0">
                <a:solidFill>
                  <a:srgbClr val="292A2E"/>
                </a:solidFill>
                <a:effectLst/>
                <a:latin typeface="Atlassian Sans"/>
              </a:rPr>
              <a:t>Descuento aplicado en caja.</a:t>
            </a:r>
            <a:endParaRPr lang="es-UY" sz="1300" dirty="0"/>
          </a:p>
        </p:txBody>
      </p:sp>
    </p:spTree>
    <p:extLst>
      <p:ext uri="{BB962C8B-B14F-4D97-AF65-F5344CB8AC3E}">
        <p14:creationId xmlns:p14="http://schemas.microsoft.com/office/powerpoint/2010/main" val="3414074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9A0F146-CF81-E6CF-0885-0443C536ED0E}"/>
              </a:ext>
            </a:extLst>
          </p:cNvPr>
          <p:cNvSpPr/>
          <p:nvPr/>
        </p:nvSpPr>
        <p:spPr>
          <a:xfrm>
            <a:off x="129651" y="5155102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DDDC4D58-905A-8002-662E-6080B396114B}"/>
              </a:ext>
            </a:extLst>
          </p:cNvPr>
          <p:cNvSpPr txBox="1">
            <a:spLocks/>
          </p:cNvSpPr>
          <p:nvPr/>
        </p:nvSpPr>
        <p:spPr>
          <a:xfrm>
            <a:off x="487460" y="5307681"/>
            <a:ext cx="3050869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PECHUGA A LA PORTUGUESA</a:t>
            </a:r>
          </a:p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 ARROZ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01913BC4-919C-3A09-FF87-301E835045BE}"/>
              </a:ext>
            </a:extLst>
          </p:cNvPr>
          <p:cNvSpPr txBox="1">
            <a:spLocks/>
          </p:cNvSpPr>
          <p:nvPr/>
        </p:nvSpPr>
        <p:spPr>
          <a:xfrm>
            <a:off x="553721" y="4671757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VIERNES 26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2EBE12C7-2C35-CF5D-BFD6-7DD9BD8FAB6B}"/>
              </a:ext>
            </a:extLst>
          </p:cNvPr>
          <p:cNvSpPr txBox="1">
            <a:spLocks/>
          </p:cNvSpPr>
          <p:nvPr/>
        </p:nvSpPr>
        <p:spPr>
          <a:xfrm>
            <a:off x="3782808" y="6379036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219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6C9BC2C-0ECD-4598-59B4-EEDB0D94781E}"/>
              </a:ext>
            </a:extLst>
          </p:cNvPr>
          <p:cNvSpPr/>
          <p:nvPr/>
        </p:nvSpPr>
        <p:spPr>
          <a:xfrm>
            <a:off x="129651" y="1604384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A702D7E-7582-1375-863B-3E1D97D96B2C}"/>
              </a:ext>
            </a:extLst>
          </p:cNvPr>
          <p:cNvSpPr txBox="1">
            <a:spLocks/>
          </p:cNvSpPr>
          <p:nvPr/>
        </p:nvSpPr>
        <p:spPr>
          <a:xfrm>
            <a:off x="553721" y="1121039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JUEVES 25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BDF7F8A-1975-DF31-D4A7-D1A82F4F1173}"/>
              </a:ext>
            </a:extLst>
          </p:cNvPr>
          <p:cNvSpPr txBox="1"/>
          <p:nvPr/>
        </p:nvSpPr>
        <p:spPr>
          <a:xfrm>
            <a:off x="3776867" y="3074761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Descuento aplicado en caja.</a:t>
            </a:r>
            <a:endParaRPr lang="es-UY" sz="1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FFD9B6-3CF8-A8D0-2E48-CA702E572008}"/>
              </a:ext>
            </a:extLst>
          </p:cNvPr>
          <p:cNvSpPr txBox="1"/>
          <p:nvPr/>
        </p:nvSpPr>
        <p:spPr>
          <a:xfrm>
            <a:off x="3776867" y="6625681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Descuento aplicado en caja.</a:t>
            </a:r>
            <a:endParaRPr lang="es-UY" sz="1400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CACDBD4-229F-1730-DD0D-D15A5E9A12C9}"/>
              </a:ext>
            </a:extLst>
          </p:cNvPr>
          <p:cNvSpPr txBox="1">
            <a:spLocks/>
          </p:cNvSpPr>
          <p:nvPr/>
        </p:nvSpPr>
        <p:spPr>
          <a:xfrm>
            <a:off x="248924" y="1756963"/>
            <a:ext cx="3527944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TARTA DE CEBOLLA INDIVIDUAL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4822BC27-1552-43FF-4690-65F3429438E2}"/>
              </a:ext>
            </a:extLst>
          </p:cNvPr>
          <p:cNvSpPr txBox="1">
            <a:spLocks/>
          </p:cNvSpPr>
          <p:nvPr/>
        </p:nvSpPr>
        <p:spPr>
          <a:xfrm>
            <a:off x="3782808" y="2828318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215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F0D0D08-E31E-2F83-41FB-597EE6D34FBA}"/>
              </a:ext>
            </a:extLst>
          </p:cNvPr>
          <p:cNvSpPr/>
          <p:nvPr/>
        </p:nvSpPr>
        <p:spPr>
          <a:xfrm>
            <a:off x="129651" y="8746440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C2BFDCE5-F486-07B7-8AC2-F04F1281E82F}"/>
              </a:ext>
            </a:extLst>
          </p:cNvPr>
          <p:cNvSpPr txBox="1">
            <a:spLocks/>
          </p:cNvSpPr>
          <p:nvPr/>
        </p:nvSpPr>
        <p:spPr>
          <a:xfrm>
            <a:off x="553721" y="8263095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LUNES 29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5FCACE19-E6ED-3254-ABCE-14D9AF184984}"/>
              </a:ext>
            </a:extLst>
          </p:cNvPr>
          <p:cNvSpPr txBox="1">
            <a:spLocks/>
          </p:cNvSpPr>
          <p:nvPr/>
        </p:nvSpPr>
        <p:spPr>
          <a:xfrm>
            <a:off x="3782808" y="9970374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245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F032E4C9-4016-9BC2-A964-2484611E3C66}"/>
              </a:ext>
            </a:extLst>
          </p:cNvPr>
          <p:cNvSpPr txBox="1">
            <a:spLocks/>
          </p:cNvSpPr>
          <p:nvPr/>
        </p:nvSpPr>
        <p:spPr>
          <a:xfrm>
            <a:off x="248924" y="8888989"/>
            <a:ext cx="3527944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ÑOQUIS CON TUCO DE CARNE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1DBBED4-7F15-0636-A813-0EFB2CF3C06A}"/>
              </a:ext>
            </a:extLst>
          </p:cNvPr>
          <p:cNvSpPr txBox="1"/>
          <p:nvPr/>
        </p:nvSpPr>
        <p:spPr>
          <a:xfrm>
            <a:off x="3776867" y="10220651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Descuento aplicado en caja.</a:t>
            </a:r>
            <a:endParaRPr lang="es-UY" sz="1400" dirty="0"/>
          </a:p>
        </p:txBody>
      </p:sp>
    </p:spTree>
    <p:extLst>
      <p:ext uri="{BB962C8B-B14F-4D97-AF65-F5344CB8AC3E}">
        <p14:creationId xmlns:p14="http://schemas.microsoft.com/office/powerpoint/2010/main" val="2148254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06C9BC2C-0ECD-4598-59B4-EEDB0D94781E}"/>
              </a:ext>
            </a:extLst>
          </p:cNvPr>
          <p:cNvSpPr/>
          <p:nvPr/>
        </p:nvSpPr>
        <p:spPr>
          <a:xfrm>
            <a:off x="129651" y="1604384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A702D7E-7582-1375-863B-3E1D97D96B2C}"/>
              </a:ext>
            </a:extLst>
          </p:cNvPr>
          <p:cNvSpPr txBox="1">
            <a:spLocks/>
          </p:cNvSpPr>
          <p:nvPr/>
        </p:nvSpPr>
        <p:spPr>
          <a:xfrm>
            <a:off x="553721" y="1121039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MARTES 30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BDF7F8A-1975-DF31-D4A7-D1A82F4F1173}"/>
              </a:ext>
            </a:extLst>
          </p:cNvPr>
          <p:cNvSpPr txBox="1"/>
          <p:nvPr/>
        </p:nvSpPr>
        <p:spPr>
          <a:xfrm>
            <a:off x="3776867" y="3074761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Descuento aplicado en caja.</a:t>
            </a:r>
            <a:endParaRPr lang="es-UY" sz="1400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CACDBD4-229F-1730-DD0D-D15A5E9A12C9}"/>
              </a:ext>
            </a:extLst>
          </p:cNvPr>
          <p:cNvSpPr txBox="1">
            <a:spLocks/>
          </p:cNvSpPr>
          <p:nvPr/>
        </p:nvSpPr>
        <p:spPr>
          <a:xfrm>
            <a:off x="248924" y="1756963"/>
            <a:ext cx="3527944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TARTA DE CARNE INDIVIDUAL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4822BC27-1552-43FF-4690-65F3429438E2}"/>
              </a:ext>
            </a:extLst>
          </p:cNvPr>
          <p:cNvSpPr txBox="1">
            <a:spLocks/>
          </p:cNvSpPr>
          <p:nvPr/>
        </p:nvSpPr>
        <p:spPr>
          <a:xfrm>
            <a:off x="3782808" y="2828318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319</a:t>
            </a:r>
          </a:p>
        </p:txBody>
      </p:sp>
    </p:spTree>
    <p:extLst>
      <p:ext uri="{BB962C8B-B14F-4D97-AF65-F5344CB8AC3E}">
        <p14:creationId xmlns:p14="http://schemas.microsoft.com/office/powerpoint/2010/main" val="29664682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577</TotalTime>
  <Words>335</Words>
  <Application>Microsoft Office PowerPoint</Application>
  <PresentationFormat>Personalizado</PresentationFormat>
  <Paragraphs>99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LUNES</dc:title>
  <dc:creator>Publicis Impetu</dc:creator>
  <cp:lastModifiedBy>Publicis Impetu</cp:lastModifiedBy>
  <cp:revision>43</cp:revision>
  <dcterms:created xsi:type="dcterms:W3CDTF">2022-06-03T12:58:51Z</dcterms:created>
  <dcterms:modified xsi:type="dcterms:W3CDTF">2026-05-26T14:15:16Z</dcterms:modified>
</cp:coreProperties>
</file>